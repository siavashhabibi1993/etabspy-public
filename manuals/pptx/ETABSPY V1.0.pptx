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0" r:id="rId1"/>
  </p:sldMasterIdLst>
  <p:notesMasterIdLst>
    <p:notesMasterId r:id="rId14"/>
  </p:notesMasterIdLst>
  <p:sldIdLst>
    <p:sldId id="516" r:id="rId2"/>
    <p:sldId id="527" r:id="rId3"/>
    <p:sldId id="529" r:id="rId4"/>
    <p:sldId id="523" r:id="rId5"/>
    <p:sldId id="521" r:id="rId6"/>
    <p:sldId id="525" r:id="rId7"/>
    <p:sldId id="526" r:id="rId8"/>
    <p:sldId id="520" r:id="rId9"/>
    <p:sldId id="518" r:id="rId10"/>
    <p:sldId id="517" r:id="rId11"/>
    <p:sldId id="528" r:id="rId12"/>
    <p:sldId id="522" r:id="rId13"/>
  </p:sldIdLst>
  <p:sldSz cx="9144000" cy="5143500" type="screen16x9"/>
  <p:notesSz cx="6858000" cy="9296400"/>
  <p:defaultTextStyle>
    <a:defPPr>
      <a:defRPr lang="en-US"/>
    </a:defPPr>
    <a:lvl1pPr algn="l" defTabSz="358775" rtl="0" fontAlgn="base">
      <a:spcBef>
        <a:spcPct val="0"/>
      </a:spcBef>
      <a:spcAft>
        <a:spcPct val="0"/>
      </a:spcAft>
      <a:defRPr sz="700" kern="1200">
        <a:solidFill>
          <a:schemeClr val="tx1"/>
        </a:solidFill>
        <a:latin typeface="Arial" charset="0"/>
        <a:ea typeface="ＭＳ Ｐゴシック" pitchFamily="34" charset="-128"/>
        <a:cs typeface="+mn-cs"/>
      </a:defRPr>
    </a:lvl1pPr>
    <a:lvl2pPr marL="179388" indent="277813" algn="l" defTabSz="358775" rtl="0" fontAlgn="base">
      <a:spcBef>
        <a:spcPct val="0"/>
      </a:spcBef>
      <a:spcAft>
        <a:spcPct val="0"/>
      </a:spcAft>
      <a:defRPr sz="700" kern="1200">
        <a:solidFill>
          <a:schemeClr val="tx1"/>
        </a:solidFill>
        <a:latin typeface="Arial" charset="0"/>
        <a:ea typeface="ＭＳ Ｐゴシック" pitchFamily="34" charset="-128"/>
        <a:cs typeface="+mn-cs"/>
      </a:defRPr>
    </a:lvl2pPr>
    <a:lvl3pPr marL="358775" indent="555625" algn="l" defTabSz="358775" rtl="0" fontAlgn="base">
      <a:spcBef>
        <a:spcPct val="0"/>
      </a:spcBef>
      <a:spcAft>
        <a:spcPct val="0"/>
      </a:spcAft>
      <a:defRPr sz="700" kern="1200">
        <a:solidFill>
          <a:schemeClr val="tx1"/>
        </a:solidFill>
        <a:latin typeface="Arial" charset="0"/>
        <a:ea typeface="ＭＳ Ｐゴシック" pitchFamily="34" charset="-128"/>
        <a:cs typeface="+mn-cs"/>
      </a:defRPr>
    </a:lvl3pPr>
    <a:lvl4pPr marL="539750" indent="831850" algn="l" defTabSz="358775" rtl="0" fontAlgn="base">
      <a:spcBef>
        <a:spcPct val="0"/>
      </a:spcBef>
      <a:spcAft>
        <a:spcPct val="0"/>
      </a:spcAft>
      <a:defRPr sz="700" kern="1200">
        <a:solidFill>
          <a:schemeClr val="tx1"/>
        </a:solidFill>
        <a:latin typeface="Arial" charset="0"/>
        <a:ea typeface="ＭＳ Ｐゴシック" pitchFamily="34" charset="-128"/>
        <a:cs typeface="+mn-cs"/>
      </a:defRPr>
    </a:lvl4pPr>
    <a:lvl5pPr marL="719138" indent="1109663" algn="l" defTabSz="358775" rtl="0" fontAlgn="base">
      <a:spcBef>
        <a:spcPct val="0"/>
      </a:spcBef>
      <a:spcAft>
        <a:spcPct val="0"/>
      </a:spcAft>
      <a:defRPr sz="700" kern="1200">
        <a:solidFill>
          <a:schemeClr val="tx1"/>
        </a:solidFill>
        <a:latin typeface="Arial" charset="0"/>
        <a:ea typeface="ＭＳ Ｐゴシック" pitchFamily="34" charset="-128"/>
        <a:cs typeface="+mn-cs"/>
      </a:defRPr>
    </a:lvl5pPr>
    <a:lvl6pPr marL="2286000" algn="l" defTabSz="914400" rtl="0" eaLnBrk="1" latinLnBrk="0" hangingPunct="1">
      <a:defRPr sz="700" kern="1200">
        <a:solidFill>
          <a:schemeClr val="tx1"/>
        </a:solidFill>
        <a:latin typeface="Arial" charset="0"/>
        <a:ea typeface="ＭＳ Ｐゴシック" pitchFamily="34" charset="-128"/>
        <a:cs typeface="+mn-cs"/>
      </a:defRPr>
    </a:lvl6pPr>
    <a:lvl7pPr marL="2743200" algn="l" defTabSz="914400" rtl="0" eaLnBrk="1" latinLnBrk="0" hangingPunct="1">
      <a:defRPr sz="700" kern="1200">
        <a:solidFill>
          <a:schemeClr val="tx1"/>
        </a:solidFill>
        <a:latin typeface="Arial" charset="0"/>
        <a:ea typeface="ＭＳ Ｐゴシック" pitchFamily="34" charset="-128"/>
        <a:cs typeface="+mn-cs"/>
      </a:defRPr>
    </a:lvl7pPr>
    <a:lvl8pPr marL="3200400" algn="l" defTabSz="914400" rtl="0" eaLnBrk="1" latinLnBrk="0" hangingPunct="1">
      <a:defRPr sz="700" kern="1200">
        <a:solidFill>
          <a:schemeClr val="tx1"/>
        </a:solidFill>
        <a:latin typeface="Arial" charset="0"/>
        <a:ea typeface="ＭＳ Ｐゴシック" pitchFamily="34" charset="-128"/>
        <a:cs typeface="+mn-cs"/>
      </a:defRPr>
    </a:lvl8pPr>
    <a:lvl9pPr marL="3657600" algn="l" defTabSz="914400" rtl="0" eaLnBrk="1" latinLnBrk="0" hangingPunct="1">
      <a:defRPr sz="700"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288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a:srgbClr val="5F5F5F"/>
    <a:srgbClr val="E31B23"/>
    <a:srgbClr val="5F60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84005" autoAdjust="0"/>
  </p:normalViewPr>
  <p:slideViewPr>
    <p:cSldViewPr>
      <p:cViewPr varScale="1">
        <p:scale>
          <a:sx n="144" d="100"/>
          <a:sy n="144" d="100"/>
        </p:scale>
        <p:origin x="126" y="150"/>
      </p:cViewPr>
      <p:guideLst>
        <p:guide orient="horz" pos="1620"/>
        <p:guide pos="2881"/>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87" d="100"/>
          <a:sy n="87" d="100"/>
        </p:scale>
        <p:origin x="3840" y="96"/>
      </p:cViewPr>
      <p:guideLst/>
    </p:cSldViewPr>
  </p:notesViewPr>
  <p:gridSpacing cx="45000" cy="45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5138"/>
          </a:xfrm>
          <a:prstGeom prst="rect">
            <a:avLst/>
          </a:prstGeom>
        </p:spPr>
        <p:txBody>
          <a:bodyPr vert="horz" lIns="91440" tIns="45720" rIns="91440" bIns="45720" rtlCol="0"/>
          <a:lstStyle>
            <a:lvl1pPr algn="l" defTabSz="360081"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65138"/>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charset="0"/>
                <a:ea typeface="ＭＳ Ｐゴシック" charset="-128"/>
              </a:defRPr>
            </a:lvl1pPr>
          </a:lstStyle>
          <a:p>
            <a:pPr>
              <a:defRPr/>
            </a:pPr>
            <a:fld id="{AFE87E66-A5B7-499C-A26C-31A2EED7D592}" type="datetime1">
              <a:rPr lang="en-US"/>
              <a:pPr>
                <a:defRPr/>
              </a:pPr>
              <a:t>8/27/2025</a:t>
            </a:fld>
            <a:endParaRPr lang="en-US"/>
          </a:p>
        </p:txBody>
      </p:sp>
      <p:sp>
        <p:nvSpPr>
          <p:cNvPr id="4" name="Slide Image Placeholder 3"/>
          <p:cNvSpPr>
            <a:spLocks noGrp="1" noRot="1" noChangeAspect="1"/>
          </p:cNvSpPr>
          <p:nvPr>
            <p:ph type="sldImg" idx="2"/>
          </p:nvPr>
        </p:nvSpPr>
        <p:spPr>
          <a:xfrm>
            <a:off x="330200" y="696913"/>
            <a:ext cx="6197600"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16426"/>
            <a:ext cx="5486400" cy="4183063"/>
          </a:xfrm>
          <a:prstGeom prst="rect">
            <a:avLst/>
          </a:prstGeom>
        </p:spPr>
        <p:txBody>
          <a:bodyPr vert="horz" wrap="square" lIns="91440" tIns="45720" rIns="91440" bIns="45720" numCol="1" anchor="t" anchorCtr="0" compatLnSpc="1">
            <a:prstTxWarp prst="textNoShape">
              <a:avLst/>
            </a:prstTxWarp>
            <a:normAutofit/>
          </a:bodyPr>
          <a:lstStyle/>
          <a:p>
            <a:pPr lvl="0"/>
            <a:r>
              <a:rPr lang="en-CA" noProof="0"/>
              <a:t>Click to edit Master text styles</a:t>
            </a:r>
          </a:p>
          <a:p>
            <a:pPr lvl="1"/>
            <a:r>
              <a:rPr lang="en-CA" noProof="0"/>
              <a:t>Second level</a:t>
            </a:r>
          </a:p>
          <a:p>
            <a:pPr lvl="2"/>
            <a:r>
              <a:rPr lang="en-CA" noProof="0"/>
              <a:t>Third level</a:t>
            </a:r>
          </a:p>
          <a:p>
            <a:pPr lvl="3"/>
            <a:r>
              <a:rPr lang="en-CA" noProof="0"/>
              <a:t>Fourth level</a:t>
            </a:r>
          </a:p>
          <a:p>
            <a:pPr lvl="4"/>
            <a:r>
              <a:rPr lang="en-CA" noProof="0"/>
              <a:t>Fifth level</a:t>
            </a:r>
            <a:endParaRPr lang="en-US" noProof="0"/>
          </a:p>
        </p:txBody>
      </p:sp>
      <p:sp>
        <p:nvSpPr>
          <p:cNvPr id="6" name="Footer Placeholder 5"/>
          <p:cNvSpPr>
            <a:spLocks noGrp="1"/>
          </p:cNvSpPr>
          <p:nvPr>
            <p:ph type="ftr" sz="quarter" idx="4"/>
          </p:nvPr>
        </p:nvSpPr>
        <p:spPr>
          <a:xfrm>
            <a:off x="0" y="8829675"/>
            <a:ext cx="2971800" cy="465138"/>
          </a:xfrm>
          <a:prstGeom prst="rect">
            <a:avLst/>
          </a:prstGeom>
        </p:spPr>
        <p:txBody>
          <a:bodyPr vert="horz" lIns="91440" tIns="45720" rIns="91440" bIns="45720" rtlCol="0" anchor="b"/>
          <a:lstStyle>
            <a:lvl1pPr algn="l" defTabSz="360081"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829675"/>
            <a:ext cx="2971800" cy="465138"/>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charset="0"/>
                <a:ea typeface="ＭＳ Ｐゴシック" charset="-128"/>
              </a:defRPr>
            </a:lvl1pPr>
          </a:lstStyle>
          <a:p>
            <a:pPr>
              <a:defRPr/>
            </a:pPr>
            <a:fld id="{A568AA3E-B581-4C06-A128-393B17D4F2D0}" type="slidenum">
              <a:rPr lang="en-US"/>
              <a:pPr>
                <a:defRPr/>
              </a:pPr>
              <a:t>‹#›</a:t>
            </a:fld>
            <a:endParaRPr lang="en-US"/>
          </a:p>
        </p:txBody>
      </p:sp>
    </p:spTree>
    <p:extLst>
      <p:ext uri="{BB962C8B-B14F-4D97-AF65-F5344CB8AC3E}">
        <p14:creationId xmlns:p14="http://schemas.microsoft.com/office/powerpoint/2010/main" val="2079526760"/>
      </p:ext>
    </p:extLst>
  </p:cSld>
  <p:clrMap bg1="lt1" tx1="dk1" bg2="lt2" tx2="dk2" accent1="accent1" accent2="accent2" accent3="accent3" accent4="accent4" accent5="accent5" accent6="accent6" hlink="hlink" folHlink="folHlink"/>
  <p:notesStyle>
    <a:lvl1pPr algn="l" defTabSz="80963" rtl="0" eaLnBrk="0" fontAlgn="base" hangingPunct="0">
      <a:spcBef>
        <a:spcPct val="30000"/>
      </a:spcBef>
      <a:spcAft>
        <a:spcPct val="0"/>
      </a:spcAft>
      <a:defRPr sz="200" kern="1200">
        <a:solidFill>
          <a:schemeClr val="tx1"/>
        </a:solidFill>
        <a:latin typeface="+mn-lt"/>
        <a:ea typeface="ＭＳ Ｐゴシック" charset="-128"/>
        <a:cs typeface="ＭＳ Ｐゴシック" charset="-128"/>
      </a:defRPr>
    </a:lvl1pPr>
    <a:lvl2pPr marL="80963" algn="l" defTabSz="80963" rtl="0" eaLnBrk="0" fontAlgn="base" hangingPunct="0">
      <a:spcBef>
        <a:spcPct val="30000"/>
      </a:spcBef>
      <a:spcAft>
        <a:spcPct val="0"/>
      </a:spcAft>
      <a:defRPr sz="200" kern="1200">
        <a:solidFill>
          <a:schemeClr val="tx1"/>
        </a:solidFill>
        <a:latin typeface="+mn-lt"/>
        <a:ea typeface="ＭＳ Ｐゴシック" charset="-128"/>
        <a:cs typeface="+mn-cs"/>
      </a:defRPr>
    </a:lvl2pPr>
    <a:lvl3pPr marL="161925" algn="l" defTabSz="80963" rtl="0" eaLnBrk="0" fontAlgn="base" hangingPunct="0">
      <a:spcBef>
        <a:spcPct val="30000"/>
      </a:spcBef>
      <a:spcAft>
        <a:spcPct val="0"/>
      </a:spcAft>
      <a:defRPr sz="200" kern="1200">
        <a:solidFill>
          <a:schemeClr val="tx1"/>
        </a:solidFill>
        <a:latin typeface="+mn-lt"/>
        <a:ea typeface="ＭＳ Ｐゴシック" charset="-128"/>
        <a:cs typeface="+mn-cs"/>
      </a:defRPr>
    </a:lvl3pPr>
    <a:lvl4pPr marL="244475" algn="l" defTabSz="80963" rtl="0" eaLnBrk="0" fontAlgn="base" hangingPunct="0">
      <a:spcBef>
        <a:spcPct val="30000"/>
      </a:spcBef>
      <a:spcAft>
        <a:spcPct val="0"/>
      </a:spcAft>
      <a:defRPr sz="200" kern="1200">
        <a:solidFill>
          <a:schemeClr val="tx1"/>
        </a:solidFill>
        <a:latin typeface="+mn-lt"/>
        <a:ea typeface="ＭＳ Ｐゴシック" charset="-128"/>
        <a:cs typeface="+mn-cs"/>
      </a:defRPr>
    </a:lvl4pPr>
    <a:lvl5pPr marL="325438" algn="l" defTabSz="80963" rtl="0" eaLnBrk="0" fontAlgn="base" hangingPunct="0">
      <a:spcBef>
        <a:spcPct val="30000"/>
      </a:spcBef>
      <a:spcAft>
        <a:spcPct val="0"/>
      </a:spcAft>
      <a:defRPr sz="200" kern="1200">
        <a:solidFill>
          <a:schemeClr val="tx1"/>
        </a:solidFill>
        <a:latin typeface="+mn-lt"/>
        <a:ea typeface="ＭＳ Ｐゴシック" charset="-128"/>
        <a:cs typeface="+mn-cs"/>
      </a:defRPr>
    </a:lvl5pPr>
    <a:lvl6pPr marL="408051" algn="l" defTabSz="81610" rtl="0" eaLnBrk="1" latinLnBrk="0" hangingPunct="1">
      <a:defRPr sz="200" kern="1200">
        <a:solidFill>
          <a:schemeClr val="tx1"/>
        </a:solidFill>
        <a:latin typeface="+mn-lt"/>
        <a:ea typeface="+mn-ea"/>
        <a:cs typeface="+mn-cs"/>
      </a:defRPr>
    </a:lvl6pPr>
    <a:lvl7pPr marL="489661" algn="l" defTabSz="81610" rtl="0" eaLnBrk="1" latinLnBrk="0" hangingPunct="1">
      <a:defRPr sz="200" kern="1200">
        <a:solidFill>
          <a:schemeClr val="tx1"/>
        </a:solidFill>
        <a:latin typeface="+mn-lt"/>
        <a:ea typeface="+mn-ea"/>
        <a:cs typeface="+mn-cs"/>
      </a:defRPr>
    </a:lvl7pPr>
    <a:lvl8pPr marL="571271" algn="l" defTabSz="81610" rtl="0" eaLnBrk="1" latinLnBrk="0" hangingPunct="1">
      <a:defRPr sz="200" kern="1200">
        <a:solidFill>
          <a:schemeClr val="tx1"/>
        </a:solidFill>
        <a:latin typeface="+mn-lt"/>
        <a:ea typeface="+mn-ea"/>
        <a:cs typeface="+mn-cs"/>
      </a:defRPr>
    </a:lvl8pPr>
    <a:lvl9pPr marL="652882" algn="l" defTabSz="81610" rtl="0" eaLnBrk="1" latinLnBrk="0" hangingPunct="1">
      <a:defRPr sz="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baseline="0" dirty="0"/>
          </a:p>
        </p:txBody>
      </p:sp>
      <p:sp>
        <p:nvSpPr>
          <p:cNvPr id="4" name="Slide Number Placeholder 3"/>
          <p:cNvSpPr>
            <a:spLocks noGrp="1"/>
          </p:cNvSpPr>
          <p:nvPr>
            <p:ph type="sldNum" sz="quarter" idx="10"/>
          </p:nvPr>
        </p:nvSpPr>
        <p:spPr/>
        <p:txBody>
          <a:bodyPr/>
          <a:lstStyle/>
          <a:p>
            <a:pPr>
              <a:defRPr/>
            </a:pPr>
            <a:fld id="{A568AA3E-B581-4C06-A128-393B17D4F2D0}" type="slidenum">
              <a:rPr lang="en-US" smtClean="0"/>
              <a:pPr>
                <a:defRPr/>
              </a:pPr>
              <a:t>1</a:t>
            </a:fld>
            <a:endParaRPr lang="en-US"/>
          </a:p>
        </p:txBody>
      </p:sp>
    </p:spTree>
    <p:extLst>
      <p:ext uri="{BB962C8B-B14F-4D97-AF65-F5344CB8AC3E}">
        <p14:creationId xmlns:p14="http://schemas.microsoft.com/office/powerpoint/2010/main" val="3271075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baseline="0" dirty="0"/>
          </a:p>
        </p:txBody>
      </p:sp>
      <p:sp>
        <p:nvSpPr>
          <p:cNvPr id="4" name="Slide Number Placeholder 3"/>
          <p:cNvSpPr>
            <a:spLocks noGrp="1"/>
          </p:cNvSpPr>
          <p:nvPr>
            <p:ph type="sldNum" sz="quarter" idx="10"/>
          </p:nvPr>
        </p:nvSpPr>
        <p:spPr/>
        <p:txBody>
          <a:bodyPr/>
          <a:lstStyle/>
          <a:p>
            <a:pPr>
              <a:defRPr/>
            </a:pPr>
            <a:fld id="{A568AA3E-B581-4C06-A128-393B17D4F2D0}" type="slidenum">
              <a:rPr lang="en-US" smtClean="0"/>
              <a:pPr>
                <a:defRPr/>
              </a:pPr>
              <a:t>2</a:t>
            </a:fld>
            <a:endParaRPr lang="en-US"/>
          </a:p>
        </p:txBody>
      </p:sp>
    </p:spTree>
    <p:extLst>
      <p:ext uri="{BB962C8B-B14F-4D97-AF65-F5344CB8AC3E}">
        <p14:creationId xmlns:p14="http://schemas.microsoft.com/office/powerpoint/2010/main" val="308253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baseline="0" dirty="0"/>
          </a:p>
        </p:txBody>
      </p:sp>
      <p:sp>
        <p:nvSpPr>
          <p:cNvPr id="4" name="Slide Number Placeholder 3"/>
          <p:cNvSpPr>
            <a:spLocks noGrp="1"/>
          </p:cNvSpPr>
          <p:nvPr>
            <p:ph type="sldNum" sz="quarter" idx="10"/>
          </p:nvPr>
        </p:nvSpPr>
        <p:spPr/>
        <p:txBody>
          <a:bodyPr/>
          <a:lstStyle/>
          <a:p>
            <a:pPr>
              <a:defRPr/>
            </a:pPr>
            <a:fld id="{A568AA3E-B581-4C06-A128-393B17D4F2D0}" type="slidenum">
              <a:rPr lang="en-US" smtClean="0"/>
              <a:pPr>
                <a:defRPr/>
              </a:pPr>
              <a:t>3</a:t>
            </a:fld>
            <a:endParaRPr lang="en-US"/>
          </a:p>
        </p:txBody>
      </p:sp>
    </p:spTree>
    <p:extLst>
      <p:ext uri="{BB962C8B-B14F-4D97-AF65-F5344CB8AC3E}">
        <p14:creationId xmlns:p14="http://schemas.microsoft.com/office/powerpoint/2010/main" val="483544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baseline="0" dirty="0"/>
          </a:p>
        </p:txBody>
      </p:sp>
      <p:sp>
        <p:nvSpPr>
          <p:cNvPr id="4" name="Slide Number Placeholder 3"/>
          <p:cNvSpPr>
            <a:spLocks noGrp="1"/>
          </p:cNvSpPr>
          <p:nvPr>
            <p:ph type="sldNum" sz="quarter" idx="10"/>
          </p:nvPr>
        </p:nvSpPr>
        <p:spPr/>
        <p:txBody>
          <a:bodyPr/>
          <a:lstStyle/>
          <a:p>
            <a:pPr>
              <a:defRPr/>
            </a:pPr>
            <a:fld id="{A568AA3E-B581-4C06-A128-393B17D4F2D0}" type="slidenum">
              <a:rPr lang="en-US" smtClean="0"/>
              <a:pPr>
                <a:defRPr/>
              </a:pPr>
              <a:t>4</a:t>
            </a:fld>
            <a:endParaRPr lang="en-US"/>
          </a:p>
        </p:txBody>
      </p:sp>
    </p:spTree>
    <p:extLst>
      <p:ext uri="{BB962C8B-B14F-4D97-AF65-F5344CB8AC3E}">
        <p14:creationId xmlns:p14="http://schemas.microsoft.com/office/powerpoint/2010/main" val="28786150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baseline="0" dirty="0"/>
          </a:p>
        </p:txBody>
      </p:sp>
      <p:sp>
        <p:nvSpPr>
          <p:cNvPr id="4" name="Slide Number Placeholder 3"/>
          <p:cNvSpPr>
            <a:spLocks noGrp="1"/>
          </p:cNvSpPr>
          <p:nvPr>
            <p:ph type="sldNum" sz="quarter" idx="10"/>
          </p:nvPr>
        </p:nvSpPr>
        <p:spPr/>
        <p:txBody>
          <a:bodyPr/>
          <a:lstStyle/>
          <a:p>
            <a:pPr>
              <a:defRPr/>
            </a:pPr>
            <a:fld id="{A568AA3E-B581-4C06-A128-393B17D4F2D0}" type="slidenum">
              <a:rPr lang="en-US" smtClean="0"/>
              <a:pPr>
                <a:defRPr/>
              </a:pPr>
              <a:t>5</a:t>
            </a:fld>
            <a:endParaRPr lang="en-US"/>
          </a:p>
        </p:txBody>
      </p:sp>
    </p:spTree>
    <p:extLst>
      <p:ext uri="{BB962C8B-B14F-4D97-AF65-F5344CB8AC3E}">
        <p14:creationId xmlns:p14="http://schemas.microsoft.com/office/powerpoint/2010/main" val="38813185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baseline="0" dirty="0"/>
          </a:p>
        </p:txBody>
      </p:sp>
      <p:sp>
        <p:nvSpPr>
          <p:cNvPr id="4" name="Slide Number Placeholder 3"/>
          <p:cNvSpPr>
            <a:spLocks noGrp="1"/>
          </p:cNvSpPr>
          <p:nvPr>
            <p:ph type="sldNum" sz="quarter" idx="10"/>
          </p:nvPr>
        </p:nvSpPr>
        <p:spPr/>
        <p:txBody>
          <a:bodyPr/>
          <a:lstStyle/>
          <a:p>
            <a:pPr>
              <a:defRPr/>
            </a:pPr>
            <a:fld id="{A568AA3E-B581-4C06-A128-393B17D4F2D0}" type="slidenum">
              <a:rPr lang="en-US" smtClean="0"/>
              <a:pPr>
                <a:defRPr/>
              </a:pPr>
              <a:t>6</a:t>
            </a:fld>
            <a:endParaRPr lang="en-US"/>
          </a:p>
        </p:txBody>
      </p:sp>
    </p:spTree>
    <p:extLst>
      <p:ext uri="{BB962C8B-B14F-4D97-AF65-F5344CB8AC3E}">
        <p14:creationId xmlns:p14="http://schemas.microsoft.com/office/powerpoint/2010/main" val="15511316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baseline="0" dirty="0"/>
          </a:p>
        </p:txBody>
      </p:sp>
      <p:sp>
        <p:nvSpPr>
          <p:cNvPr id="4" name="Slide Number Placeholder 3"/>
          <p:cNvSpPr>
            <a:spLocks noGrp="1"/>
          </p:cNvSpPr>
          <p:nvPr>
            <p:ph type="sldNum" sz="quarter" idx="10"/>
          </p:nvPr>
        </p:nvSpPr>
        <p:spPr/>
        <p:txBody>
          <a:bodyPr/>
          <a:lstStyle/>
          <a:p>
            <a:pPr>
              <a:defRPr/>
            </a:pPr>
            <a:fld id="{A568AA3E-B581-4C06-A128-393B17D4F2D0}" type="slidenum">
              <a:rPr lang="en-US" smtClean="0"/>
              <a:pPr>
                <a:defRPr/>
              </a:pPr>
              <a:t>7</a:t>
            </a:fld>
            <a:endParaRPr lang="en-US"/>
          </a:p>
        </p:txBody>
      </p:sp>
    </p:spTree>
    <p:extLst>
      <p:ext uri="{BB962C8B-B14F-4D97-AF65-F5344CB8AC3E}">
        <p14:creationId xmlns:p14="http://schemas.microsoft.com/office/powerpoint/2010/main" val="4136722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baseline="0" dirty="0"/>
          </a:p>
        </p:txBody>
      </p:sp>
      <p:sp>
        <p:nvSpPr>
          <p:cNvPr id="4" name="Slide Number Placeholder 3"/>
          <p:cNvSpPr>
            <a:spLocks noGrp="1"/>
          </p:cNvSpPr>
          <p:nvPr>
            <p:ph type="sldNum" sz="quarter" idx="10"/>
          </p:nvPr>
        </p:nvSpPr>
        <p:spPr/>
        <p:txBody>
          <a:bodyPr/>
          <a:lstStyle/>
          <a:p>
            <a:pPr>
              <a:defRPr/>
            </a:pPr>
            <a:fld id="{A568AA3E-B581-4C06-A128-393B17D4F2D0}" type="slidenum">
              <a:rPr lang="en-US" smtClean="0"/>
              <a:pPr>
                <a:defRPr/>
              </a:pPr>
              <a:t>8</a:t>
            </a:fld>
            <a:endParaRPr lang="en-US"/>
          </a:p>
        </p:txBody>
      </p:sp>
    </p:spTree>
    <p:extLst>
      <p:ext uri="{BB962C8B-B14F-4D97-AF65-F5344CB8AC3E}">
        <p14:creationId xmlns:p14="http://schemas.microsoft.com/office/powerpoint/2010/main" val="1484804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baseline="0" dirty="0"/>
          </a:p>
        </p:txBody>
      </p:sp>
      <p:sp>
        <p:nvSpPr>
          <p:cNvPr id="4" name="Slide Number Placeholder 3"/>
          <p:cNvSpPr>
            <a:spLocks noGrp="1"/>
          </p:cNvSpPr>
          <p:nvPr>
            <p:ph type="sldNum" sz="quarter" idx="10"/>
          </p:nvPr>
        </p:nvSpPr>
        <p:spPr/>
        <p:txBody>
          <a:bodyPr/>
          <a:lstStyle/>
          <a:p>
            <a:pPr>
              <a:defRPr/>
            </a:pPr>
            <a:fld id="{A568AA3E-B581-4C06-A128-393B17D4F2D0}" type="slidenum">
              <a:rPr lang="en-US" smtClean="0"/>
              <a:pPr>
                <a:defRPr/>
              </a:pPr>
              <a:t>9</a:t>
            </a:fld>
            <a:endParaRPr lang="en-US"/>
          </a:p>
        </p:txBody>
      </p:sp>
    </p:spTree>
    <p:extLst>
      <p:ext uri="{BB962C8B-B14F-4D97-AF65-F5344CB8AC3E}">
        <p14:creationId xmlns:p14="http://schemas.microsoft.com/office/powerpoint/2010/main" val="2286343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baseline="0" dirty="0"/>
          </a:p>
        </p:txBody>
      </p:sp>
      <p:sp>
        <p:nvSpPr>
          <p:cNvPr id="4" name="Slide Number Placeholder 3"/>
          <p:cNvSpPr>
            <a:spLocks noGrp="1"/>
          </p:cNvSpPr>
          <p:nvPr>
            <p:ph type="sldNum" sz="quarter" idx="10"/>
          </p:nvPr>
        </p:nvSpPr>
        <p:spPr/>
        <p:txBody>
          <a:bodyPr/>
          <a:lstStyle/>
          <a:p>
            <a:pPr>
              <a:defRPr/>
            </a:pPr>
            <a:fld id="{A568AA3E-B581-4C06-A128-393B17D4F2D0}" type="slidenum">
              <a:rPr lang="en-US" smtClean="0"/>
              <a:pPr>
                <a:defRPr/>
              </a:pPr>
              <a:t>10</a:t>
            </a:fld>
            <a:endParaRPr lang="en-US"/>
          </a:p>
        </p:txBody>
      </p:sp>
    </p:spTree>
    <p:extLst>
      <p:ext uri="{BB962C8B-B14F-4D97-AF65-F5344CB8AC3E}">
        <p14:creationId xmlns:p14="http://schemas.microsoft.com/office/powerpoint/2010/main" val="5028735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baseline="0" dirty="0"/>
          </a:p>
        </p:txBody>
      </p:sp>
      <p:sp>
        <p:nvSpPr>
          <p:cNvPr id="4" name="Slide Number Placeholder 3"/>
          <p:cNvSpPr>
            <a:spLocks noGrp="1"/>
          </p:cNvSpPr>
          <p:nvPr>
            <p:ph type="sldNum" sz="quarter" idx="10"/>
          </p:nvPr>
        </p:nvSpPr>
        <p:spPr/>
        <p:txBody>
          <a:bodyPr/>
          <a:lstStyle/>
          <a:p>
            <a:pPr>
              <a:defRPr/>
            </a:pPr>
            <a:fld id="{A568AA3E-B581-4C06-A128-393B17D4F2D0}" type="slidenum">
              <a:rPr lang="en-US" smtClean="0"/>
              <a:pPr>
                <a:defRPr/>
              </a:pPr>
              <a:t>11</a:t>
            </a:fld>
            <a:endParaRPr lang="en-US"/>
          </a:p>
        </p:txBody>
      </p:sp>
    </p:spTree>
    <p:extLst>
      <p:ext uri="{BB962C8B-B14F-4D97-AF65-F5344CB8AC3E}">
        <p14:creationId xmlns:p14="http://schemas.microsoft.com/office/powerpoint/2010/main" val="2536181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baseline="0" dirty="0"/>
          </a:p>
        </p:txBody>
      </p:sp>
      <p:sp>
        <p:nvSpPr>
          <p:cNvPr id="4" name="Slide Number Placeholder 3"/>
          <p:cNvSpPr>
            <a:spLocks noGrp="1"/>
          </p:cNvSpPr>
          <p:nvPr>
            <p:ph type="sldNum" sz="quarter" idx="10"/>
          </p:nvPr>
        </p:nvSpPr>
        <p:spPr/>
        <p:txBody>
          <a:bodyPr/>
          <a:lstStyle/>
          <a:p>
            <a:pPr>
              <a:defRPr/>
            </a:pPr>
            <a:fld id="{A568AA3E-B581-4C06-A128-393B17D4F2D0}" type="slidenum">
              <a:rPr lang="en-US" smtClean="0"/>
              <a:pPr>
                <a:defRPr/>
              </a:pPr>
              <a:t>12</a:t>
            </a:fld>
            <a:endParaRPr lang="en-US"/>
          </a:p>
        </p:txBody>
      </p:sp>
    </p:spTree>
    <p:extLst>
      <p:ext uri="{BB962C8B-B14F-4D97-AF65-F5344CB8AC3E}">
        <p14:creationId xmlns:p14="http://schemas.microsoft.com/office/powerpoint/2010/main" val="2153357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161926"/>
            <a:ext cx="7772400" cy="431800"/>
          </a:xfrm>
          <a:prstGeom prst="rect">
            <a:avLst/>
          </a:prstGeom>
        </p:spPr>
        <p:txBody>
          <a:bodyPr anchor="ctr"/>
          <a:lstStyle>
            <a:lvl1pPr>
              <a:defRPr sz="2000" b="1">
                <a:solidFill>
                  <a:schemeClr val="bg1"/>
                </a:solidFill>
                <a:latin typeface="Trebuchet MS" panose="020B0603020202020204" pitchFamily="34" charset="0"/>
              </a:defRPr>
            </a:lvl1pPr>
          </a:lstStyle>
          <a:p>
            <a:r>
              <a:rPr lang="en-US" dirty="0"/>
              <a:t>CLICK TO EDIT MASTER TITLE STYLE</a:t>
            </a:r>
            <a:endParaRPr lang="en-CA" dirty="0"/>
          </a:p>
        </p:txBody>
      </p:sp>
      <p:sp>
        <p:nvSpPr>
          <p:cNvPr id="3" name="Subtitle 2"/>
          <p:cNvSpPr>
            <a:spLocks noGrp="1"/>
          </p:cNvSpPr>
          <p:nvPr>
            <p:ph type="subTitle" idx="1"/>
          </p:nvPr>
        </p:nvSpPr>
        <p:spPr>
          <a:xfrm>
            <a:off x="161925" y="762000"/>
            <a:ext cx="8820150" cy="3905250"/>
          </a:xfrm>
          <a:prstGeom prst="rect">
            <a:avLst/>
          </a:prstGeom>
        </p:spPr>
        <p:txBody>
          <a:bodyPr/>
          <a:lstStyle>
            <a:lvl1pPr marL="0" indent="0" algn="l">
              <a:buNone/>
              <a:defRPr sz="2000">
                <a:solidFill>
                  <a:schemeClr val="accent2"/>
                </a:solidFill>
                <a:latin typeface="Trebuchet MS" panose="020B0603020202020204" pitchFamily="34" charset="0"/>
              </a:defRPr>
            </a:lvl1pPr>
            <a:lvl2pPr marL="180040" indent="0" algn="ctr">
              <a:buNone/>
              <a:defRPr>
                <a:solidFill>
                  <a:schemeClr val="tx1">
                    <a:tint val="75000"/>
                  </a:schemeClr>
                </a:solidFill>
              </a:defRPr>
            </a:lvl2pPr>
            <a:lvl3pPr marL="360081" indent="0" algn="ctr">
              <a:buNone/>
              <a:defRPr>
                <a:solidFill>
                  <a:schemeClr val="tx1">
                    <a:tint val="75000"/>
                  </a:schemeClr>
                </a:solidFill>
              </a:defRPr>
            </a:lvl3pPr>
            <a:lvl4pPr marL="540121" indent="0" algn="ctr">
              <a:buNone/>
              <a:defRPr>
                <a:solidFill>
                  <a:schemeClr val="tx1">
                    <a:tint val="75000"/>
                  </a:schemeClr>
                </a:solidFill>
              </a:defRPr>
            </a:lvl4pPr>
            <a:lvl5pPr marL="720161" indent="0" algn="ctr">
              <a:buNone/>
              <a:defRPr>
                <a:solidFill>
                  <a:schemeClr val="tx1">
                    <a:tint val="75000"/>
                  </a:schemeClr>
                </a:solidFill>
              </a:defRPr>
            </a:lvl5pPr>
            <a:lvl6pPr marL="900201" indent="0" algn="ctr">
              <a:buNone/>
              <a:defRPr>
                <a:solidFill>
                  <a:schemeClr val="tx1">
                    <a:tint val="75000"/>
                  </a:schemeClr>
                </a:solidFill>
              </a:defRPr>
            </a:lvl6pPr>
            <a:lvl7pPr marL="1080242" indent="0" algn="ctr">
              <a:buNone/>
              <a:defRPr>
                <a:solidFill>
                  <a:schemeClr val="tx1">
                    <a:tint val="75000"/>
                  </a:schemeClr>
                </a:solidFill>
              </a:defRPr>
            </a:lvl7pPr>
            <a:lvl8pPr marL="1260282" indent="0" algn="ctr">
              <a:buNone/>
              <a:defRPr>
                <a:solidFill>
                  <a:schemeClr val="tx1">
                    <a:tint val="75000"/>
                  </a:schemeClr>
                </a:solidFill>
              </a:defRPr>
            </a:lvl8pPr>
            <a:lvl9pPr marL="1440322" indent="0" algn="ctr">
              <a:buNone/>
              <a:defRPr>
                <a:solidFill>
                  <a:schemeClr val="tx1">
                    <a:tint val="75000"/>
                  </a:schemeClr>
                </a:solidFill>
              </a:defRPr>
            </a:lvl9pPr>
          </a:lstStyle>
          <a:p>
            <a:r>
              <a:rPr lang="en-US" dirty="0"/>
              <a:t>Click to edit Master subtitle style</a:t>
            </a:r>
            <a:endParaRPr lang="en-CA" dirty="0"/>
          </a:p>
        </p:txBody>
      </p:sp>
    </p:spTree>
    <p:extLst>
      <p:ext uri="{BB962C8B-B14F-4D97-AF65-F5344CB8AC3E}">
        <p14:creationId xmlns:p14="http://schemas.microsoft.com/office/powerpoint/2010/main" val="3435007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2000" y="161926"/>
            <a:ext cx="8820000" cy="431800"/>
          </a:xfrm>
          <a:prstGeom prst="rect">
            <a:avLst/>
          </a:prstGeom>
          <a:solidFill>
            <a:srgbClr val="00B0F0"/>
          </a:solidFill>
        </p:spPr>
        <p:txBody>
          <a:bodyPr anchor="ctr"/>
          <a:lstStyle>
            <a:lvl1pPr>
              <a:defRPr sz="2000" b="1">
                <a:solidFill>
                  <a:schemeClr val="bg1"/>
                </a:solidFill>
                <a:latin typeface="+mj-lt"/>
              </a:defRPr>
            </a:lvl1pPr>
          </a:lstStyle>
          <a:p>
            <a:r>
              <a:rPr lang="en-US" dirty="0"/>
              <a:t>CLICK TO EDIT MASTER TITLE STYLE</a:t>
            </a:r>
            <a:endParaRPr lang="en-CA" dirty="0"/>
          </a:p>
        </p:txBody>
      </p:sp>
      <p:sp>
        <p:nvSpPr>
          <p:cNvPr id="3" name="Content Placeholder 2"/>
          <p:cNvSpPr>
            <a:spLocks noGrp="1"/>
          </p:cNvSpPr>
          <p:nvPr>
            <p:ph idx="1"/>
          </p:nvPr>
        </p:nvSpPr>
        <p:spPr>
          <a:xfrm>
            <a:off x="457200" y="1200151"/>
            <a:ext cx="8229600" cy="3394472"/>
          </a:xfrm>
          <a:prstGeom prst="rect">
            <a:avLst/>
          </a:prstGeom>
        </p:spPr>
        <p:txBody>
          <a:bodyPr/>
          <a:lstStyle>
            <a:lvl1pPr>
              <a:defRPr sz="2000">
                <a:solidFill>
                  <a:schemeClr val="accent2"/>
                </a:solidFill>
                <a:latin typeface="Trebuchet MS" panose="020B0603020202020204" pitchFamily="34" charset="0"/>
              </a:defRPr>
            </a:lvl1pPr>
            <a:lvl2pPr>
              <a:defRPr sz="2000">
                <a:solidFill>
                  <a:schemeClr val="accent2"/>
                </a:solidFill>
                <a:latin typeface="Trebuchet MS" panose="020B0603020202020204" pitchFamily="34" charset="0"/>
              </a:defRPr>
            </a:lvl2pPr>
            <a:lvl3pPr>
              <a:defRPr sz="2000">
                <a:solidFill>
                  <a:schemeClr val="accent2"/>
                </a:solidFill>
                <a:latin typeface="Trebuchet MS" panose="020B0603020202020204" pitchFamily="34" charset="0"/>
              </a:defRPr>
            </a:lvl3pPr>
            <a:lvl4pPr>
              <a:defRPr sz="2000">
                <a:solidFill>
                  <a:schemeClr val="accent2"/>
                </a:solidFill>
                <a:latin typeface="Trebuchet MS" panose="020B0603020202020204" pitchFamily="34" charset="0"/>
              </a:defRPr>
            </a:lvl4pPr>
            <a:lvl5pPr>
              <a:defRPr sz="2000">
                <a:solidFill>
                  <a:schemeClr val="accent2"/>
                </a:solidFill>
                <a:latin typeface="Trebuchet MS" panose="020B0603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Date Placeholder 3"/>
          <p:cNvSpPr>
            <a:spLocks noGrp="1"/>
          </p:cNvSpPr>
          <p:nvPr>
            <p:ph type="dt" sz="half" idx="10"/>
          </p:nvPr>
        </p:nvSpPr>
        <p:spPr>
          <a:xfrm>
            <a:off x="457200" y="4767263"/>
            <a:ext cx="2133600" cy="274637"/>
          </a:xfrm>
          <a:prstGeom prst="rect">
            <a:avLst/>
          </a:prstGeom>
        </p:spPr>
        <p:txBody>
          <a:bodyPr vert="horz" wrap="square" lIns="91440" tIns="45720" rIns="91440" bIns="45720" numCol="1" anchor="t" anchorCtr="0" compatLnSpc="1">
            <a:prstTxWarp prst="textNoShape">
              <a:avLst/>
            </a:prstTxWarp>
          </a:bodyPr>
          <a:lstStyle>
            <a:lvl1pPr>
              <a:defRPr>
                <a:latin typeface="Calibri" charset="0"/>
                <a:ea typeface="ＭＳ Ｐゴシック" charset="-128"/>
              </a:defRPr>
            </a:lvl1pPr>
          </a:lstStyle>
          <a:p>
            <a:pPr>
              <a:defRPr/>
            </a:pPr>
            <a:fld id="{7DEDAB7A-6545-465B-B439-9F2E4748535D}" type="datetime1">
              <a:rPr lang="en-CA">
                <a:solidFill>
                  <a:prstClr val="black"/>
                </a:solidFill>
              </a:rPr>
              <a:pPr>
                <a:defRPr/>
              </a:pPr>
              <a:t>2025-08-27</a:t>
            </a:fld>
            <a:endParaRPr lang="en-CA" dirty="0">
              <a:solidFill>
                <a:prstClr val="black"/>
              </a:solidFill>
            </a:endParaRPr>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defTabSz="360081" fontAlgn="auto">
              <a:spcBef>
                <a:spcPts val="0"/>
              </a:spcBef>
              <a:spcAft>
                <a:spcPts val="0"/>
              </a:spcAft>
              <a:defRPr>
                <a:latin typeface="+mn-lt"/>
                <a:ea typeface="+mn-ea"/>
                <a:cs typeface="+mn-cs"/>
              </a:defRPr>
            </a:lvl1pPr>
          </a:lstStyle>
          <a:p>
            <a:pPr>
              <a:defRPr/>
            </a:pPr>
            <a:endParaRPr lang="en-CA" dirty="0">
              <a:solidFill>
                <a:prstClr val="black"/>
              </a:solidFill>
            </a:endParaRPr>
          </a:p>
        </p:txBody>
      </p:sp>
      <p:sp>
        <p:nvSpPr>
          <p:cNvPr id="6" name="Slide Number Placeholder 5"/>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prstTxWarp prst="textNoShape">
              <a:avLst/>
            </a:prstTxWarp>
          </a:bodyPr>
          <a:lstStyle>
            <a:lvl1pPr>
              <a:defRPr>
                <a:latin typeface="Calibri" charset="0"/>
                <a:ea typeface="ＭＳ Ｐゴシック" charset="-128"/>
              </a:defRPr>
            </a:lvl1pPr>
          </a:lstStyle>
          <a:p>
            <a:pPr>
              <a:defRPr/>
            </a:pPr>
            <a:fld id="{598650DE-E528-4CB2-8BDF-7E6C259BC8A1}" type="slidenum">
              <a:rPr lang="en-CA">
                <a:solidFill>
                  <a:prstClr val="black"/>
                </a:solidFill>
              </a:rPr>
              <a:pPr>
                <a:defRPr/>
              </a:pPr>
              <a:t>‹#›</a:t>
            </a:fld>
            <a:endParaRPr lang="en-CA" dirty="0">
              <a:solidFill>
                <a:prstClr val="black"/>
              </a:solidFill>
            </a:endParaRPr>
          </a:p>
        </p:txBody>
      </p:sp>
    </p:spTree>
    <p:extLst>
      <p:ext uri="{BB962C8B-B14F-4D97-AF65-F5344CB8AC3E}">
        <p14:creationId xmlns:p14="http://schemas.microsoft.com/office/powerpoint/2010/main" val="367587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161926"/>
            <a:ext cx="8229600" cy="431800"/>
          </a:xfrm>
          <a:prstGeom prst="rect">
            <a:avLst/>
          </a:prstGeom>
        </p:spPr>
        <p:txBody>
          <a:bodyPr/>
          <a:lstStyle>
            <a:lvl1pPr>
              <a:defRPr sz="2000" b="1">
                <a:solidFill>
                  <a:schemeClr val="bg1"/>
                </a:solidFill>
                <a:latin typeface="+mj-lt"/>
              </a:defRPr>
            </a:lvl1pPr>
          </a:lstStyle>
          <a:p>
            <a:r>
              <a:rPr lang="en-US" dirty="0"/>
              <a:t>CLICK TO EDIT MASTER TITLE STYLE</a:t>
            </a:r>
            <a:endParaRPr lang="en-CA" dirty="0"/>
          </a:p>
        </p:txBody>
      </p:sp>
      <p:sp>
        <p:nvSpPr>
          <p:cNvPr id="3" name="Date Placeholder 2"/>
          <p:cNvSpPr>
            <a:spLocks noGrp="1"/>
          </p:cNvSpPr>
          <p:nvPr>
            <p:ph type="dt" sz="half" idx="10"/>
          </p:nvPr>
        </p:nvSpPr>
        <p:spPr>
          <a:xfrm>
            <a:off x="457200" y="4767263"/>
            <a:ext cx="2133600" cy="274637"/>
          </a:xfrm>
          <a:prstGeom prst="rect">
            <a:avLst/>
          </a:prstGeom>
        </p:spPr>
        <p:txBody>
          <a:bodyPr vert="horz" wrap="square" lIns="91440" tIns="45720" rIns="91440" bIns="45720" numCol="1" anchor="t" anchorCtr="0" compatLnSpc="1">
            <a:prstTxWarp prst="textNoShape">
              <a:avLst/>
            </a:prstTxWarp>
          </a:bodyPr>
          <a:lstStyle>
            <a:lvl1pPr>
              <a:defRPr>
                <a:latin typeface="Calibri" charset="0"/>
                <a:ea typeface="ＭＳ Ｐゴシック" charset="-128"/>
              </a:defRPr>
            </a:lvl1pPr>
          </a:lstStyle>
          <a:p>
            <a:pPr>
              <a:defRPr/>
            </a:pPr>
            <a:fld id="{BA287FA5-5081-4A85-9971-CD473A367B93}" type="datetime1">
              <a:rPr lang="en-CA">
                <a:solidFill>
                  <a:prstClr val="black"/>
                </a:solidFill>
              </a:rPr>
              <a:pPr>
                <a:defRPr/>
              </a:pPr>
              <a:t>2025-08-27</a:t>
            </a:fld>
            <a:endParaRPr lang="en-CA" dirty="0">
              <a:solidFill>
                <a:prstClr val="black"/>
              </a:solidFill>
            </a:endParaRPr>
          </a:p>
        </p:txBody>
      </p:sp>
      <p:sp>
        <p:nvSpPr>
          <p:cNvPr id="4" name="Footer Placeholder 3"/>
          <p:cNvSpPr>
            <a:spLocks noGrp="1"/>
          </p:cNvSpPr>
          <p:nvPr>
            <p:ph type="ftr" sz="quarter" idx="11"/>
          </p:nvPr>
        </p:nvSpPr>
        <p:spPr>
          <a:xfrm>
            <a:off x="3124200" y="4767263"/>
            <a:ext cx="2895600" cy="274637"/>
          </a:xfrm>
          <a:prstGeom prst="rect">
            <a:avLst/>
          </a:prstGeom>
        </p:spPr>
        <p:txBody>
          <a:bodyPr/>
          <a:lstStyle>
            <a:lvl1pPr defTabSz="360081" fontAlgn="auto">
              <a:spcBef>
                <a:spcPts val="0"/>
              </a:spcBef>
              <a:spcAft>
                <a:spcPts val="0"/>
              </a:spcAft>
              <a:defRPr>
                <a:latin typeface="+mn-lt"/>
                <a:ea typeface="+mn-ea"/>
                <a:cs typeface="+mn-cs"/>
              </a:defRPr>
            </a:lvl1pPr>
          </a:lstStyle>
          <a:p>
            <a:pPr>
              <a:defRPr/>
            </a:pPr>
            <a:endParaRPr lang="en-CA" dirty="0">
              <a:solidFill>
                <a:prstClr val="black"/>
              </a:solidFill>
            </a:endParaRPr>
          </a:p>
        </p:txBody>
      </p:sp>
      <p:sp>
        <p:nvSpPr>
          <p:cNvPr id="5" name="Slide Number Placeholder 4"/>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prstTxWarp prst="textNoShape">
              <a:avLst/>
            </a:prstTxWarp>
          </a:bodyPr>
          <a:lstStyle>
            <a:lvl1pPr>
              <a:defRPr>
                <a:latin typeface="Calibri" charset="0"/>
                <a:ea typeface="ＭＳ Ｐゴシック" charset="-128"/>
              </a:defRPr>
            </a:lvl1pPr>
          </a:lstStyle>
          <a:p>
            <a:pPr>
              <a:defRPr/>
            </a:pPr>
            <a:fld id="{FF54DD3B-0561-4C58-B60A-98E27F070503}" type="slidenum">
              <a:rPr lang="en-CA">
                <a:solidFill>
                  <a:prstClr val="black"/>
                </a:solidFill>
              </a:rPr>
              <a:pPr>
                <a:defRPr/>
              </a:pPr>
              <a:t>‹#›</a:t>
            </a:fld>
            <a:endParaRPr lang="en-CA" dirty="0">
              <a:solidFill>
                <a:prstClr val="black"/>
              </a:solidFill>
            </a:endParaRPr>
          </a:p>
        </p:txBody>
      </p:sp>
    </p:spTree>
    <p:extLst>
      <p:ext uri="{BB962C8B-B14F-4D97-AF65-F5344CB8AC3E}">
        <p14:creationId xmlns:p14="http://schemas.microsoft.com/office/powerpoint/2010/main" val="889591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4767263"/>
            <a:ext cx="2133600" cy="274637"/>
          </a:xfrm>
          <a:prstGeom prst="rect">
            <a:avLst/>
          </a:prstGeom>
        </p:spPr>
        <p:txBody>
          <a:bodyPr vert="horz" wrap="square" lIns="91440" tIns="45720" rIns="91440" bIns="45720" numCol="1" anchor="t" anchorCtr="0" compatLnSpc="1">
            <a:prstTxWarp prst="textNoShape">
              <a:avLst/>
            </a:prstTxWarp>
          </a:bodyPr>
          <a:lstStyle>
            <a:lvl1pPr>
              <a:defRPr>
                <a:latin typeface="Calibri" charset="0"/>
                <a:ea typeface="ＭＳ Ｐゴシック" charset="-128"/>
              </a:defRPr>
            </a:lvl1pPr>
          </a:lstStyle>
          <a:p>
            <a:pPr>
              <a:defRPr/>
            </a:pPr>
            <a:fld id="{4FF04200-33BF-4780-BAEA-3E3C2C250A51}" type="datetime1">
              <a:rPr lang="en-CA">
                <a:solidFill>
                  <a:prstClr val="black"/>
                </a:solidFill>
              </a:rPr>
              <a:pPr>
                <a:defRPr/>
              </a:pPr>
              <a:t>2025-08-27</a:t>
            </a:fld>
            <a:endParaRPr lang="en-CA" dirty="0">
              <a:solidFill>
                <a:prstClr val="black"/>
              </a:solidFill>
            </a:endParaRPr>
          </a:p>
        </p:txBody>
      </p:sp>
      <p:sp>
        <p:nvSpPr>
          <p:cNvPr id="3" name="Footer Placeholder 2"/>
          <p:cNvSpPr>
            <a:spLocks noGrp="1"/>
          </p:cNvSpPr>
          <p:nvPr>
            <p:ph type="ftr" sz="quarter" idx="11"/>
          </p:nvPr>
        </p:nvSpPr>
        <p:spPr>
          <a:xfrm>
            <a:off x="3124200" y="4767263"/>
            <a:ext cx="2895600" cy="274637"/>
          </a:xfrm>
          <a:prstGeom prst="rect">
            <a:avLst/>
          </a:prstGeom>
        </p:spPr>
        <p:txBody>
          <a:bodyPr/>
          <a:lstStyle>
            <a:lvl1pPr defTabSz="360081" fontAlgn="auto">
              <a:spcBef>
                <a:spcPts val="0"/>
              </a:spcBef>
              <a:spcAft>
                <a:spcPts val="0"/>
              </a:spcAft>
              <a:defRPr>
                <a:latin typeface="+mn-lt"/>
                <a:ea typeface="+mn-ea"/>
                <a:cs typeface="+mn-cs"/>
              </a:defRPr>
            </a:lvl1pPr>
          </a:lstStyle>
          <a:p>
            <a:pPr>
              <a:defRPr/>
            </a:pPr>
            <a:endParaRPr lang="en-CA" dirty="0">
              <a:solidFill>
                <a:prstClr val="black"/>
              </a:solidFill>
            </a:endParaRPr>
          </a:p>
        </p:txBody>
      </p:sp>
      <p:sp>
        <p:nvSpPr>
          <p:cNvPr id="4" name="Slide Number Placeholder 3"/>
          <p:cNvSpPr>
            <a:spLocks noGrp="1"/>
          </p:cNvSpPr>
          <p:nvPr>
            <p:ph type="sldNum" sz="quarter" idx="12"/>
          </p:nvPr>
        </p:nvSpPr>
        <p:spPr>
          <a:xfrm>
            <a:off x="6553200" y="4767263"/>
            <a:ext cx="2133600" cy="274637"/>
          </a:xfrm>
          <a:prstGeom prst="rect">
            <a:avLst/>
          </a:prstGeom>
        </p:spPr>
        <p:txBody>
          <a:bodyPr vert="horz" wrap="square" lIns="91440" tIns="45720" rIns="91440" bIns="45720" numCol="1" anchor="t" anchorCtr="0" compatLnSpc="1">
            <a:prstTxWarp prst="textNoShape">
              <a:avLst/>
            </a:prstTxWarp>
          </a:bodyPr>
          <a:lstStyle>
            <a:lvl1pPr>
              <a:defRPr>
                <a:latin typeface="Calibri" charset="0"/>
                <a:ea typeface="ＭＳ Ｐゴシック" charset="-128"/>
              </a:defRPr>
            </a:lvl1pPr>
          </a:lstStyle>
          <a:p>
            <a:pPr>
              <a:defRPr/>
            </a:pPr>
            <a:fld id="{DE5C5DC5-3C25-4FA9-BC74-68D61FF8D877}" type="slidenum">
              <a:rPr lang="en-CA">
                <a:solidFill>
                  <a:prstClr val="black"/>
                </a:solidFill>
              </a:rPr>
              <a:pPr>
                <a:defRPr/>
              </a:pPr>
              <a:t>‹#›</a:t>
            </a:fld>
            <a:endParaRPr lang="en-CA" dirty="0">
              <a:solidFill>
                <a:prstClr val="black"/>
              </a:solidFill>
            </a:endParaRPr>
          </a:p>
        </p:txBody>
      </p:sp>
    </p:spTree>
    <p:extLst>
      <p:ext uri="{BB962C8B-B14F-4D97-AF65-F5344CB8AC3E}">
        <p14:creationId xmlns:p14="http://schemas.microsoft.com/office/powerpoint/2010/main" val="627798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1553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7750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6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0864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54368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61925" y="161925"/>
            <a:ext cx="8820150" cy="431800"/>
          </a:xfrm>
          <a:prstGeom prst="rect">
            <a:avLst/>
          </a:prstGeom>
          <a:solidFill>
            <a:srgbClr val="E31B23"/>
          </a:solidFill>
          <a:ln>
            <a:noFill/>
          </a:ln>
          <a:effectLst/>
          <a:extLs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vert="horz" wrap="square" lIns="36576" tIns="36576" rIns="36576" bIns="36576" numCol="1" anchor="t" anchorCtr="0" compatLnSpc="1">
            <a:prstTxWarp prst="textNoShape">
              <a:avLst/>
            </a:prstTxWarp>
          </a:bodyPr>
          <a:lstStyle/>
          <a:p>
            <a:pPr algn="ctr" defTabSz="914400"/>
            <a:endParaRPr lang="en-US" altLang="en-US" sz="1800" dirty="0">
              <a:solidFill>
                <a:prstClr val="black"/>
              </a:solidFill>
              <a:latin typeface="Arial" pitchFamily="34" charset="0"/>
              <a:cs typeface="Arial" pitchFamily="34" charset="0"/>
            </a:endParaRPr>
          </a:p>
        </p:txBody>
      </p:sp>
      <p:pic>
        <p:nvPicPr>
          <p:cNvPr id="5123" name="Picture 3" descr="stephenson-icon"/>
          <p:cNvPicPr>
            <a:picLocks noChangeAspect="1" noChangeArrowheads="1"/>
          </p:cNvPicPr>
          <p:nvPr/>
        </p:nvPicPr>
        <p:blipFill>
          <a:blip r:embed="rId10" cstate="screen">
            <a:extLst>
              <a:ext uri="{28A0092B-C50C-407E-A947-70E740481C1C}">
                <a14:useLocalDpi xmlns:a14="http://schemas.microsoft.com/office/drawing/2010/main"/>
              </a:ext>
            </a:extLst>
          </a:blip>
          <a:srcRect t="-3772" r="-5489" b="-6189"/>
          <a:stretch>
            <a:fillRect/>
          </a:stretch>
        </p:blipFill>
        <p:spPr bwMode="auto">
          <a:xfrm>
            <a:off x="183704" y="171452"/>
            <a:ext cx="408124" cy="4296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pic>
      <p:pic>
        <p:nvPicPr>
          <p:cNvPr id="5124" name="Picture 4" descr="stephenson-logo"/>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155457" y="4736903"/>
            <a:ext cx="1298693" cy="2694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pic>
      <p:sp>
        <p:nvSpPr>
          <p:cNvPr id="3" name="Text Box 5"/>
          <p:cNvSpPr txBox="1">
            <a:spLocks noChangeArrowheads="1"/>
          </p:cNvSpPr>
          <p:nvPr/>
        </p:nvSpPr>
        <p:spPr bwMode="auto">
          <a:xfrm>
            <a:off x="6926263" y="4836442"/>
            <a:ext cx="2062162" cy="255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in">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txBody>
          <a:bodyPr vert="horz" wrap="square" lIns="36576" tIns="36576" rIns="36576" bIns="36576" numCol="1" anchor="t" anchorCtr="0" compatLnSpc="1">
            <a:prstTxWarp prst="textNoShape">
              <a:avLst/>
            </a:prstTxWarp>
          </a:bodyPr>
          <a:lstStyle/>
          <a:p>
            <a:pPr algn="r" defTabSz="914400">
              <a:spcAft>
                <a:spcPts val="600"/>
              </a:spcAft>
            </a:pPr>
            <a:r>
              <a:rPr lang="en-CA" altLang="en-US" sz="1000" b="1" dirty="0">
                <a:solidFill>
                  <a:srgbClr val="F60000"/>
                </a:solidFill>
                <a:latin typeface="Trebuchet MS" pitchFamily="34" charset="0"/>
                <a:cs typeface="Arial" pitchFamily="34" charset="0"/>
              </a:rPr>
              <a:t>www.stephenson-eng.com</a:t>
            </a:r>
            <a:endParaRPr lang="en-US" altLang="en-US" sz="1800" dirty="0">
              <a:solidFill>
                <a:prstClr val="black"/>
              </a:solidFill>
              <a:latin typeface="Arial" pitchFamily="34" charset="0"/>
              <a:cs typeface="Arial" pitchFamily="34" charset="0"/>
            </a:endParaRPr>
          </a:p>
        </p:txBody>
      </p:sp>
    </p:spTree>
    <p:extLst>
      <p:ext uri="{BB962C8B-B14F-4D97-AF65-F5344CB8AC3E}">
        <p14:creationId xmlns:p14="http://schemas.microsoft.com/office/powerpoint/2010/main" val="2305851442"/>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Lst>
  <p:txStyles>
    <p:titleStyle>
      <a:lvl1pPr algn="ctr" defTabSz="358775" rtl="0" eaLnBrk="0" fontAlgn="base" hangingPunct="0">
        <a:spcBef>
          <a:spcPct val="0"/>
        </a:spcBef>
        <a:spcAft>
          <a:spcPct val="0"/>
        </a:spcAft>
        <a:defRPr sz="1700" kern="1200">
          <a:solidFill>
            <a:schemeClr val="tx1"/>
          </a:solidFill>
          <a:latin typeface="+mj-lt"/>
          <a:ea typeface="ＭＳ Ｐゴシック" charset="-128"/>
          <a:cs typeface="ＭＳ Ｐゴシック" charset="-128"/>
        </a:defRPr>
      </a:lvl1pPr>
      <a:lvl2pPr algn="ctr" defTabSz="358775" rtl="0" eaLnBrk="0" fontAlgn="base" hangingPunct="0">
        <a:spcBef>
          <a:spcPct val="0"/>
        </a:spcBef>
        <a:spcAft>
          <a:spcPct val="0"/>
        </a:spcAft>
        <a:defRPr sz="1700">
          <a:solidFill>
            <a:schemeClr val="tx1"/>
          </a:solidFill>
          <a:latin typeface="Calibri" charset="0"/>
          <a:ea typeface="ＭＳ Ｐゴシック" charset="-128"/>
          <a:cs typeface="ＭＳ Ｐゴシック" charset="-128"/>
        </a:defRPr>
      </a:lvl2pPr>
      <a:lvl3pPr algn="ctr" defTabSz="358775" rtl="0" eaLnBrk="0" fontAlgn="base" hangingPunct="0">
        <a:spcBef>
          <a:spcPct val="0"/>
        </a:spcBef>
        <a:spcAft>
          <a:spcPct val="0"/>
        </a:spcAft>
        <a:defRPr sz="1700">
          <a:solidFill>
            <a:schemeClr val="tx1"/>
          </a:solidFill>
          <a:latin typeface="Calibri" charset="0"/>
          <a:ea typeface="ＭＳ Ｐゴシック" charset="-128"/>
          <a:cs typeface="ＭＳ Ｐゴシック" charset="-128"/>
        </a:defRPr>
      </a:lvl3pPr>
      <a:lvl4pPr algn="ctr" defTabSz="358775" rtl="0" eaLnBrk="0" fontAlgn="base" hangingPunct="0">
        <a:spcBef>
          <a:spcPct val="0"/>
        </a:spcBef>
        <a:spcAft>
          <a:spcPct val="0"/>
        </a:spcAft>
        <a:defRPr sz="1700">
          <a:solidFill>
            <a:schemeClr val="tx1"/>
          </a:solidFill>
          <a:latin typeface="Calibri" charset="0"/>
          <a:ea typeface="ＭＳ Ｐゴシック" charset="-128"/>
          <a:cs typeface="ＭＳ Ｐゴシック" charset="-128"/>
        </a:defRPr>
      </a:lvl4pPr>
      <a:lvl5pPr algn="ctr" defTabSz="358775" rtl="0" eaLnBrk="0" fontAlgn="base" hangingPunct="0">
        <a:spcBef>
          <a:spcPct val="0"/>
        </a:spcBef>
        <a:spcAft>
          <a:spcPct val="0"/>
        </a:spcAft>
        <a:defRPr sz="1700">
          <a:solidFill>
            <a:schemeClr val="tx1"/>
          </a:solidFill>
          <a:latin typeface="Calibri" charset="0"/>
          <a:ea typeface="ＭＳ Ｐゴシック" charset="-128"/>
          <a:cs typeface="ＭＳ Ｐゴシック" charset="-128"/>
        </a:defRPr>
      </a:lvl5pPr>
      <a:lvl6pPr marL="457200" algn="ctr" defTabSz="358775" rtl="0" fontAlgn="base">
        <a:spcBef>
          <a:spcPct val="0"/>
        </a:spcBef>
        <a:spcAft>
          <a:spcPct val="0"/>
        </a:spcAft>
        <a:defRPr sz="1700">
          <a:solidFill>
            <a:schemeClr val="tx1"/>
          </a:solidFill>
          <a:latin typeface="Calibri" charset="0"/>
          <a:ea typeface="ＭＳ Ｐゴシック" charset="-128"/>
          <a:cs typeface="ＭＳ Ｐゴシック" charset="-128"/>
        </a:defRPr>
      </a:lvl6pPr>
      <a:lvl7pPr marL="914400" algn="ctr" defTabSz="358775" rtl="0" fontAlgn="base">
        <a:spcBef>
          <a:spcPct val="0"/>
        </a:spcBef>
        <a:spcAft>
          <a:spcPct val="0"/>
        </a:spcAft>
        <a:defRPr sz="1700">
          <a:solidFill>
            <a:schemeClr val="tx1"/>
          </a:solidFill>
          <a:latin typeface="Calibri" charset="0"/>
          <a:ea typeface="ＭＳ Ｐゴシック" charset="-128"/>
          <a:cs typeface="ＭＳ Ｐゴシック" charset="-128"/>
        </a:defRPr>
      </a:lvl7pPr>
      <a:lvl8pPr marL="1371600" algn="ctr" defTabSz="358775" rtl="0" fontAlgn="base">
        <a:spcBef>
          <a:spcPct val="0"/>
        </a:spcBef>
        <a:spcAft>
          <a:spcPct val="0"/>
        </a:spcAft>
        <a:defRPr sz="1700">
          <a:solidFill>
            <a:schemeClr val="tx1"/>
          </a:solidFill>
          <a:latin typeface="Calibri" charset="0"/>
          <a:ea typeface="ＭＳ Ｐゴシック" charset="-128"/>
          <a:cs typeface="ＭＳ Ｐゴシック" charset="-128"/>
        </a:defRPr>
      </a:lvl8pPr>
      <a:lvl9pPr marL="1828800" algn="ctr" defTabSz="358775" rtl="0" fontAlgn="base">
        <a:spcBef>
          <a:spcPct val="0"/>
        </a:spcBef>
        <a:spcAft>
          <a:spcPct val="0"/>
        </a:spcAft>
        <a:defRPr sz="1700">
          <a:solidFill>
            <a:schemeClr val="tx1"/>
          </a:solidFill>
          <a:latin typeface="Calibri" charset="0"/>
          <a:ea typeface="ＭＳ Ｐゴシック" charset="-128"/>
          <a:cs typeface="ＭＳ Ｐゴシック" charset="-128"/>
        </a:defRPr>
      </a:lvl9pPr>
    </p:titleStyle>
    <p:bodyStyle>
      <a:lvl1pPr marL="134938" indent="-134938" algn="l" defTabSz="358775" rtl="0" eaLnBrk="0" fontAlgn="base" hangingPunct="0">
        <a:spcBef>
          <a:spcPct val="20000"/>
        </a:spcBef>
        <a:spcAft>
          <a:spcPct val="0"/>
        </a:spcAft>
        <a:buFont typeface="Arial" charset="0"/>
        <a:buChar char="•"/>
        <a:defRPr sz="1300" kern="1200">
          <a:solidFill>
            <a:schemeClr val="tx1"/>
          </a:solidFill>
          <a:latin typeface="+mn-lt"/>
          <a:ea typeface="ＭＳ Ｐゴシック" charset="-128"/>
          <a:cs typeface="ＭＳ Ｐゴシック" charset="-128"/>
        </a:defRPr>
      </a:lvl1pPr>
      <a:lvl2pPr marL="292100" indent="-111125" algn="l" defTabSz="358775" rtl="0" eaLnBrk="0" fontAlgn="base" hangingPunct="0">
        <a:spcBef>
          <a:spcPct val="20000"/>
        </a:spcBef>
        <a:spcAft>
          <a:spcPct val="0"/>
        </a:spcAft>
        <a:buFont typeface="Arial" charset="0"/>
        <a:buChar char="–"/>
        <a:defRPr sz="1100" kern="1200">
          <a:solidFill>
            <a:schemeClr val="tx1"/>
          </a:solidFill>
          <a:latin typeface="+mn-lt"/>
          <a:ea typeface="ＭＳ Ｐゴシック" charset="-128"/>
          <a:cs typeface="+mn-cs"/>
        </a:defRPr>
      </a:lvl2pPr>
      <a:lvl3pPr marL="449263" indent="-88900" algn="l" defTabSz="358775" rtl="0" eaLnBrk="0" fontAlgn="base" hangingPunct="0">
        <a:spcBef>
          <a:spcPct val="20000"/>
        </a:spcBef>
        <a:spcAft>
          <a:spcPct val="0"/>
        </a:spcAft>
        <a:buFont typeface="Arial" charset="0"/>
        <a:buChar char="•"/>
        <a:defRPr sz="900" kern="1200">
          <a:solidFill>
            <a:schemeClr val="tx1"/>
          </a:solidFill>
          <a:latin typeface="+mn-lt"/>
          <a:ea typeface="ＭＳ Ｐゴシック" charset="-128"/>
          <a:cs typeface="+mn-cs"/>
        </a:defRPr>
      </a:lvl3pPr>
      <a:lvl4pPr marL="628650" indent="-88900" algn="l" defTabSz="358775" rtl="0" eaLnBrk="0" fontAlgn="base" hangingPunct="0">
        <a:spcBef>
          <a:spcPct val="20000"/>
        </a:spcBef>
        <a:spcAft>
          <a:spcPct val="0"/>
        </a:spcAft>
        <a:buFont typeface="Arial" charset="0"/>
        <a:buChar char="–"/>
        <a:defRPr sz="800" kern="1200">
          <a:solidFill>
            <a:schemeClr val="tx1"/>
          </a:solidFill>
          <a:latin typeface="+mn-lt"/>
          <a:ea typeface="ＭＳ Ｐゴシック" charset="-128"/>
          <a:cs typeface="+mn-cs"/>
        </a:defRPr>
      </a:lvl4pPr>
      <a:lvl5pPr marL="809625" indent="-88900" algn="l" defTabSz="358775" rtl="0" eaLnBrk="0" fontAlgn="base" hangingPunct="0">
        <a:spcBef>
          <a:spcPct val="20000"/>
        </a:spcBef>
        <a:spcAft>
          <a:spcPct val="0"/>
        </a:spcAft>
        <a:buFont typeface="Arial" charset="0"/>
        <a:buChar char="»"/>
        <a:defRPr sz="800" kern="1200">
          <a:solidFill>
            <a:schemeClr val="tx1"/>
          </a:solidFill>
          <a:latin typeface="+mn-lt"/>
          <a:ea typeface="ＭＳ Ｐゴシック" charset="-128"/>
          <a:cs typeface="+mn-cs"/>
        </a:defRPr>
      </a:lvl5pPr>
      <a:lvl6pPr marL="990221" indent="-90020" algn="l" defTabSz="360081" rtl="0" eaLnBrk="1" latinLnBrk="0" hangingPunct="1">
        <a:spcBef>
          <a:spcPct val="20000"/>
        </a:spcBef>
        <a:buFont typeface="Arial" pitchFamily="34" charset="0"/>
        <a:buChar char="•"/>
        <a:defRPr sz="800" kern="1200">
          <a:solidFill>
            <a:schemeClr val="tx1"/>
          </a:solidFill>
          <a:latin typeface="+mn-lt"/>
          <a:ea typeface="+mn-ea"/>
          <a:cs typeface="+mn-cs"/>
        </a:defRPr>
      </a:lvl6pPr>
      <a:lvl7pPr marL="1170262" indent="-90020" algn="l" defTabSz="360081" rtl="0" eaLnBrk="1" latinLnBrk="0" hangingPunct="1">
        <a:spcBef>
          <a:spcPct val="20000"/>
        </a:spcBef>
        <a:buFont typeface="Arial" pitchFamily="34" charset="0"/>
        <a:buChar char="•"/>
        <a:defRPr sz="800" kern="1200">
          <a:solidFill>
            <a:schemeClr val="tx1"/>
          </a:solidFill>
          <a:latin typeface="+mn-lt"/>
          <a:ea typeface="+mn-ea"/>
          <a:cs typeface="+mn-cs"/>
        </a:defRPr>
      </a:lvl7pPr>
      <a:lvl8pPr marL="1350302" indent="-90020" algn="l" defTabSz="360081" rtl="0" eaLnBrk="1" latinLnBrk="0" hangingPunct="1">
        <a:spcBef>
          <a:spcPct val="20000"/>
        </a:spcBef>
        <a:buFont typeface="Arial" pitchFamily="34" charset="0"/>
        <a:buChar char="•"/>
        <a:defRPr sz="800" kern="1200">
          <a:solidFill>
            <a:schemeClr val="tx1"/>
          </a:solidFill>
          <a:latin typeface="+mn-lt"/>
          <a:ea typeface="+mn-ea"/>
          <a:cs typeface="+mn-cs"/>
        </a:defRPr>
      </a:lvl8pPr>
      <a:lvl9pPr marL="1530342" indent="-90020" algn="l" defTabSz="360081" rtl="0" eaLnBrk="1" latinLnBrk="0" hangingPunct="1">
        <a:spcBef>
          <a:spcPct val="20000"/>
        </a:spcBef>
        <a:buFont typeface="Arial" pitchFamily="34" charset="0"/>
        <a:buChar char="•"/>
        <a:defRPr sz="800" kern="1200">
          <a:solidFill>
            <a:schemeClr val="tx1"/>
          </a:solidFill>
          <a:latin typeface="+mn-lt"/>
          <a:ea typeface="+mn-ea"/>
          <a:cs typeface="+mn-cs"/>
        </a:defRPr>
      </a:lvl9pPr>
    </p:bodyStyle>
    <p:otherStyle>
      <a:defPPr>
        <a:defRPr lang="en-US"/>
      </a:defPPr>
      <a:lvl1pPr marL="0" algn="l" defTabSz="360081" rtl="0" eaLnBrk="1" latinLnBrk="0" hangingPunct="1">
        <a:defRPr sz="700" kern="1200">
          <a:solidFill>
            <a:schemeClr val="tx1"/>
          </a:solidFill>
          <a:latin typeface="+mn-lt"/>
          <a:ea typeface="+mn-ea"/>
          <a:cs typeface="+mn-cs"/>
        </a:defRPr>
      </a:lvl1pPr>
      <a:lvl2pPr marL="180040" algn="l" defTabSz="360081" rtl="0" eaLnBrk="1" latinLnBrk="0" hangingPunct="1">
        <a:defRPr sz="700" kern="1200">
          <a:solidFill>
            <a:schemeClr val="tx1"/>
          </a:solidFill>
          <a:latin typeface="+mn-lt"/>
          <a:ea typeface="+mn-ea"/>
          <a:cs typeface="+mn-cs"/>
        </a:defRPr>
      </a:lvl2pPr>
      <a:lvl3pPr marL="360081" algn="l" defTabSz="360081" rtl="0" eaLnBrk="1" latinLnBrk="0" hangingPunct="1">
        <a:defRPr sz="700" kern="1200">
          <a:solidFill>
            <a:schemeClr val="tx1"/>
          </a:solidFill>
          <a:latin typeface="+mn-lt"/>
          <a:ea typeface="+mn-ea"/>
          <a:cs typeface="+mn-cs"/>
        </a:defRPr>
      </a:lvl3pPr>
      <a:lvl4pPr marL="540121" algn="l" defTabSz="360081" rtl="0" eaLnBrk="1" latinLnBrk="0" hangingPunct="1">
        <a:defRPr sz="700" kern="1200">
          <a:solidFill>
            <a:schemeClr val="tx1"/>
          </a:solidFill>
          <a:latin typeface="+mn-lt"/>
          <a:ea typeface="+mn-ea"/>
          <a:cs typeface="+mn-cs"/>
        </a:defRPr>
      </a:lvl4pPr>
      <a:lvl5pPr marL="720161" algn="l" defTabSz="360081" rtl="0" eaLnBrk="1" latinLnBrk="0" hangingPunct="1">
        <a:defRPr sz="700" kern="1200">
          <a:solidFill>
            <a:schemeClr val="tx1"/>
          </a:solidFill>
          <a:latin typeface="+mn-lt"/>
          <a:ea typeface="+mn-ea"/>
          <a:cs typeface="+mn-cs"/>
        </a:defRPr>
      </a:lvl5pPr>
      <a:lvl6pPr marL="900201" algn="l" defTabSz="360081" rtl="0" eaLnBrk="1" latinLnBrk="0" hangingPunct="1">
        <a:defRPr sz="700" kern="1200">
          <a:solidFill>
            <a:schemeClr val="tx1"/>
          </a:solidFill>
          <a:latin typeface="+mn-lt"/>
          <a:ea typeface="+mn-ea"/>
          <a:cs typeface="+mn-cs"/>
        </a:defRPr>
      </a:lvl6pPr>
      <a:lvl7pPr marL="1080242" algn="l" defTabSz="360081" rtl="0" eaLnBrk="1" latinLnBrk="0" hangingPunct="1">
        <a:defRPr sz="700" kern="1200">
          <a:solidFill>
            <a:schemeClr val="tx1"/>
          </a:solidFill>
          <a:latin typeface="+mn-lt"/>
          <a:ea typeface="+mn-ea"/>
          <a:cs typeface="+mn-cs"/>
        </a:defRPr>
      </a:lvl7pPr>
      <a:lvl8pPr marL="1260282" algn="l" defTabSz="360081" rtl="0" eaLnBrk="1" latinLnBrk="0" hangingPunct="1">
        <a:defRPr sz="700" kern="1200">
          <a:solidFill>
            <a:schemeClr val="tx1"/>
          </a:solidFill>
          <a:latin typeface="+mn-lt"/>
          <a:ea typeface="+mn-ea"/>
          <a:cs typeface="+mn-cs"/>
        </a:defRPr>
      </a:lvl8pPr>
      <a:lvl9pPr marL="1440322" algn="l" defTabSz="360081" rtl="0" eaLnBrk="1" latinLnBrk="0" hangingPunct="1">
        <a:defRPr sz="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79512" y="161926"/>
            <a:ext cx="8784976" cy="431800"/>
          </a:xfrm>
        </p:spPr>
        <p:txBody>
          <a:bodyPr/>
          <a:lstStyle/>
          <a:p>
            <a:r>
              <a:rPr lang="en-US" dirty="0"/>
              <a:t>ETABSPY V1.0</a:t>
            </a:r>
          </a:p>
        </p:txBody>
      </p:sp>
      <p:pic>
        <p:nvPicPr>
          <p:cNvPr id="8" name="Picture 7"/>
          <p:cNvPicPr>
            <a:picLocks noChangeAspect="1"/>
          </p:cNvPicPr>
          <p:nvPr/>
        </p:nvPicPr>
        <p:blipFill>
          <a:blip r:embed="rId3"/>
          <a:stretch>
            <a:fillRect/>
          </a:stretch>
        </p:blipFill>
        <p:spPr>
          <a:xfrm>
            <a:off x="4253084" y="628472"/>
            <a:ext cx="2208915" cy="2051777"/>
          </a:xfrm>
          <a:prstGeom prst="rect">
            <a:avLst/>
          </a:prstGeom>
        </p:spPr>
      </p:pic>
      <p:pic>
        <p:nvPicPr>
          <p:cNvPr id="7" name="Picture 6"/>
          <p:cNvPicPr>
            <a:picLocks noChangeAspect="1"/>
          </p:cNvPicPr>
          <p:nvPr/>
        </p:nvPicPr>
        <p:blipFill rotWithShape="1">
          <a:blip r:embed="rId4"/>
          <a:srcRect l="3629" t="14001" b="5999"/>
          <a:stretch/>
        </p:blipFill>
        <p:spPr>
          <a:xfrm>
            <a:off x="5472000" y="996749"/>
            <a:ext cx="3584387" cy="900001"/>
          </a:xfrm>
          <a:prstGeom prst="rect">
            <a:avLst/>
          </a:prstGeom>
        </p:spPr>
      </p:pic>
      <p:pic>
        <p:nvPicPr>
          <p:cNvPr id="3" name="Picture 2"/>
          <p:cNvPicPr>
            <a:picLocks noChangeAspect="1"/>
          </p:cNvPicPr>
          <p:nvPr/>
        </p:nvPicPr>
        <p:blipFill>
          <a:blip r:embed="rId5"/>
          <a:stretch>
            <a:fillRect/>
          </a:stretch>
        </p:blipFill>
        <p:spPr>
          <a:xfrm>
            <a:off x="5562000" y="2050975"/>
            <a:ext cx="3102029" cy="2381914"/>
          </a:xfrm>
          <a:prstGeom prst="rect">
            <a:avLst/>
          </a:prstGeom>
        </p:spPr>
      </p:pic>
      <p:sp>
        <p:nvSpPr>
          <p:cNvPr id="9" name="Rectangle 8"/>
          <p:cNvSpPr/>
          <p:nvPr/>
        </p:nvSpPr>
        <p:spPr>
          <a:xfrm>
            <a:off x="1658696" y="1154361"/>
            <a:ext cx="833370" cy="584775"/>
          </a:xfrm>
          <a:prstGeom prst="rect">
            <a:avLst/>
          </a:prstGeom>
        </p:spPr>
        <p:txBody>
          <a:bodyPr wrap="square">
            <a:spAutoFit/>
          </a:bodyPr>
          <a:lstStyle/>
          <a:p>
            <a:pPr algn="ctr"/>
            <a:r>
              <a:rPr lang="en-US" sz="1600" b="1" dirty="0"/>
              <a:t>+</a:t>
            </a:r>
          </a:p>
          <a:p>
            <a:pPr algn="ctr"/>
            <a:endParaRPr lang="en-US" sz="1600" b="1" dirty="0"/>
          </a:p>
        </p:txBody>
      </p:sp>
      <p:grpSp>
        <p:nvGrpSpPr>
          <p:cNvPr id="12" name="Group 11"/>
          <p:cNvGrpSpPr/>
          <p:nvPr/>
        </p:nvGrpSpPr>
        <p:grpSpPr>
          <a:xfrm>
            <a:off x="55172" y="4571670"/>
            <a:ext cx="1517457" cy="546750"/>
            <a:chOff x="55172" y="4571670"/>
            <a:chExt cx="1517457" cy="546750"/>
          </a:xfrm>
        </p:grpSpPr>
        <p:sp>
          <p:nvSpPr>
            <p:cNvPr id="11" name="Rectangle 10"/>
            <p:cNvSpPr/>
            <p:nvPr/>
          </p:nvSpPr>
          <p:spPr>
            <a:xfrm>
              <a:off x="55172" y="4571670"/>
              <a:ext cx="1517457" cy="54675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032" name="Picture 8" descr="Stephenson Engineeri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150" y="4576515"/>
              <a:ext cx="1434240" cy="493379"/>
            </a:xfrm>
            <a:prstGeom prst="rect">
              <a:avLst/>
            </a:prstGeom>
            <a:noFill/>
            <a:extLst>
              <a:ext uri="{909E8E84-426E-40DD-AFC4-6F175D3DCCD1}">
                <a14:hiddenFill xmlns:a14="http://schemas.microsoft.com/office/drawing/2010/main">
                  <a:solidFill>
                    <a:srgbClr val="FFFFFF"/>
                  </a:solidFill>
                </a14:hiddenFill>
              </a:ext>
            </a:extLst>
          </p:spPr>
        </p:pic>
      </p:grpSp>
      <p:pic>
        <p:nvPicPr>
          <p:cNvPr id="2" name="Picture 2" descr="What is Python? - IGate For Information Systems">
            <a:extLst>
              <a:ext uri="{FF2B5EF4-FFF2-40B4-BE49-F238E27FC236}">
                <a16:creationId xmlns:a16="http://schemas.microsoft.com/office/drawing/2014/main" id="{6600483B-A34E-A650-A59B-C1C1455CA5B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33397" y="893580"/>
            <a:ext cx="1920000" cy="1080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074CCEA8-B701-A106-EF92-CBAC64D6114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79512" y="893580"/>
            <a:ext cx="1594969" cy="9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3150471"/>
      </p:ext>
    </p:extLst>
  </p:cSld>
  <p:clrMapOvr>
    <a:masterClrMapping/>
  </p:clrMapOvr>
  <mc:AlternateContent xmlns:mc="http://schemas.openxmlformats.org/markup-compatibility/2006" xmlns:p14="http://schemas.microsoft.com/office/powerpoint/2010/main">
    <mc:Choice Requires="p14">
      <p:transition spd="slow" p14:dur="2000" advTm="67633"/>
    </mc:Choice>
    <mc:Fallback xmlns="">
      <p:transition spd="slow" advTm="6763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79512" y="161926"/>
            <a:ext cx="8784976" cy="431800"/>
          </a:xfrm>
          <a:prstGeom prst="rect">
            <a:avLst/>
          </a:prstGeom>
        </p:spPr>
        <p:txBody>
          <a:bodyPr/>
          <a:lstStyle/>
          <a:p>
            <a:r>
              <a:rPr lang="en-US" dirty="0"/>
              <a:t>ETABS 2 S-CONCRETE v1.0</a:t>
            </a:r>
          </a:p>
        </p:txBody>
      </p:sp>
      <p:sp>
        <p:nvSpPr>
          <p:cNvPr id="13" name="Rectangle 12"/>
          <p:cNvSpPr/>
          <p:nvPr/>
        </p:nvSpPr>
        <p:spPr>
          <a:xfrm>
            <a:off x="342000" y="816750"/>
            <a:ext cx="2436886" cy="253916"/>
          </a:xfrm>
          <a:prstGeom prst="rect">
            <a:avLst/>
          </a:prstGeom>
        </p:spPr>
        <p:txBody>
          <a:bodyPr wrap="none">
            <a:spAutoFit/>
          </a:bodyPr>
          <a:lstStyle/>
          <a:p>
            <a:pPr marL="0" indent="0">
              <a:buNone/>
            </a:pPr>
            <a:r>
              <a:rPr lang="en-CA" sz="1050" b="1" u="sng" dirty="0"/>
              <a:t>THE CURRENT EXPORT PROCESS</a:t>
            </a:r>
          </a:p>
        </p:txBody>
      </p:sp>
      <p:sp>
        <p:nvSpPr>
          <p:cNvPr id="15" name="Rectangle 14"/>
          <p:cNvSpPr/>
          <p:nvPr/>
        </p:nvSpPr>
        <p:spPr>
          <a:xfrm>
            <a:off x="387000" y="1070666"/>
            <a:ext cx="8474426" cy="2976456"/>
          </a:xfrm>
          <a:prstGeom prst="rect">
            <a:avLst/>
          </a:prstGeom>
        </p:spPr>
        <p:txBody>
          <a:bodyPr wrap="square">
            <a:spAutoFit/>
          </a:bodyPr>
          <a:lstStyle/>
          <a:p>
            <a:pPr>
              <a:lnSpc>
                <a:spcPct val="115000"/>
              </a:lnSpc>
              <a:spcBef>
                <a:spcPts val="0"/>
              </a:spcBef>
              <a:spcAft>
                <a:spcPts val="1000"/>
              </a:spcAft>
            </a:pPr>
            <a:r>
              <a:rPr lang="en-US" sz="1050" dirty="0"/>
              <a:t>1. User creates the first S-CONCRETE file and “Save As” for subsequent walls.</a:t>
            </a:r>
          </a:p>
          <a:p>
            <a:pPr>
              <a:lnSpc>
                <a:spcPct val="115000"/>
              </a:lnSpc>
              <a:spcBef>
                <a:spcPts val="0"/>
              </a:spcBef>
              <a:spcAft>
                <a:spcPts val="1000"/>
              </a:spcAft>
            </a:pPr>
            <a:r>
              <a:rPr lang="en-US" sz="1050" dirty="0"/>
              <a:t>2. </a:t>
            </a:r>
            <a:r>
              <a:rPr lang="en-US" sz="1050"/>
              <a:t>User measures and sets </a:t>
            </a:r>
            <a:r>
              <a:rPr lang="en-US" sz="1050" dirty="0"/>
              <a:t>the pier length, pier thickness and story height.</a:t>
            </a:r>
          </a:p>
          <a:p>
            <a:pPr>
              <a:lnSpc>
                <a:spcPct val="115000"/>
              </a:lnSpc>
              <a:spcBef>
                <a:spcPts val="0"/>
              </a:spcBef>
              <a:spcAft>
                <a:spcPts val="1000"/>
              </a:spcAft>
            </a:pPr>
            <a:r>
              <a:rPr lang="en-US" sz="1050" dirty="0"/>
              <a:t>3. User selects the corresponding pier in ETABS.</a:t>
            </a:r>
          </a:p>
          <a:p>
            <a:pPr>
              <a:lnSpc>
                <a:spcPct val="115000"/>
              </a:lnSpc>
              <a:spcBef>
                <a:spcPts val="0"/>
              </a:spcBef>
              <a:spcAft>
                <a:spcPts val="1000"/>
              </a:spcAft>
            </a:pPr>
            <a:r>
              <a:rPr lang="en-US" sz="1050" dirty="0"/>
              <a:t>4. Go to Display &gt; Show Tables.</a:t>
            </a:r>
          </a:p>
          <a:p>
            <a:pPr>
              <a:lnSpc>
                <a:spcPct val="115000"/>
              </a:lnSpc>
              <a:spcBef>
                <a:spcPts val="0"/>
              </a:spcBef>
              <a:spcAft>
                <a:spcPts val="1000"/>
              </a:spcAft>
            </a:pPr>
            <a:r>
              <a:rPr lang="en-US" sz="1050" dirty="0"/>
              <a:t>5. Copy axial, moments and shears into S-Concrete loading table.</a:t>
            </a:r>
          </a:p>
          <a:p>
            <a:pPr>
              <a:lnSpc>
                <a:spcPct val="115000"/>
              </a:lnSpc>
              <a:spcBef>
                <a:spcPts val="0"/>
              </a:spcBef>
              <a:spcAft>
                <a:spcPts val="1000"/>
              </a:spcAft>
            </a:pPr>
            <a:endParaRPr lang="en-US" sz="1050" dirty="0"/>
          </a:p>
          <a:p>
            <a:pPr>
              <a:lnSpc>
                <a:spcPct val="115000"/>
              </a:lnSpc>
              <a:spcBef>
                <a:spcPts val="0"/>
              </a:spcBef>
              <a:spcAft>
                <a:spcPts val="1000"/>
              </a:spcAft>
            </a:pPr>
            <a:r>
              <a:rPr lang="en-US" sz="1050" dirty="0"/>
              <a:t>Average time per pier per story = 3-5 minutes</a:t>
            </a:r>
          </a:p>
          <a:p>
            <a:pPr>
              <a:lnSpc>
                <a:spcPct val="115000"/>
              </a:lnSpc>
              <a:spcBef>
                <a:spcPts val="0"/>
              </a:spcBef>
              <a:spcAft>
                <a:spcPts val="1000"/>
              </a:spcAft>
            </a:pPr>
            <a:r>
              <a:rPr lang="en-US" sz="1050" dirty="0"/>
              <a:t>A selected 12 story residential building has 397 walls which would have result in 2 to 4 days of work creating the required files with a good chance of mistakes in pasting the loads or setting the correct lengths or thicknesses. The solution is automation!</a:t>
            </a:r>
          </a:p>
          <a:p>
            <a:pPr>
              <a:lnSpc>
                <a:spcPct val="115000"/>
              </a:lnSpc>
              <a:spcBef>
                <a:spcPts val="0"/>
              </a:spcBef>
              <a:spcAft>
                <a:spcPts val="1000"/>
              </a:spcAft>
            </a:pPr>
            <a:endParaRPr lang="en-US" sz="1050" dirty="0"/>
          </a:p>
        </p:txBody>
      </p:sp>
      <p:grpSp>
        <p:nvGrpSpPr>
          <p:cNvPr id="16" name="Group 15"/>
          <p:cNvGrpSpPr/>
          <p:nvPr/>
        </p:nvGrpSpPr>
        <p:grpSpPr>
          <a:xfrm>
            <a:off x="55172" y="4571670"/>
            <a:ext cx="1517457" cy="546750"/>
            <a:chOff x="55172" y="4571670"/>
            <a:chExt cx="1517457" cy="546750"/>
          </a:xfrm>
        </p:grpSpPr>
        <p:sp>
          <p:nvSpPr>
            <p:cNvPr id="17" name="Rectangle 16"/>
            <p:cNvSpPr/>
            <p:nvPr/>
          </p:nvSpPr>
          <p:spPr>
            <a:xfrm>
              <a:off x="55172" y="4571670"/>
              <a:ext cx="1517457" cy="54675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8" name="Picture 8" descr="Stephenson Engineer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50" y="4576515"/>
              <a:ext cx="1434240" cy="49337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10817367"/>
      </p:ext>
    </p:extLst>
  </p:cSld>
  <p:clrMapOvr>
    <a:masterClrMapping/>
  </p:clrMapOvr>
  <mc:AlternateContent xmlns:mc="http://schemas.openxmlformats.org/markup-compatibility/2006" xmlns:p14="http://schemas.microsoft.com/office/powerpoint/2010/main">
    <mc:Choice Requires="p14">
      <p:transition spd="slow" p14:dur="2000" advTm="67633"/>
    </mc:Choice>
    <mc:Fallback xmlns="">
      <p:transition spd="slow" advTm="6763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79512" y="161926"/>
            <a:ext cx="8784976" cy="431800"/>
          </a:xfrm>
          <a:prstGeom prst="rect">
            <a:avLst/>
          </a:prstGeom>
        </p:spPr>
        <p:txBody>
          <a:bodyPr/>
          <a:lstStyle/>
          <a:p>
            <a:r>
              <a:rPr lang="en-US" dirty="0"/>
              <a:t>ETABS 2 S-CONCRETE v1.0</a:t>
            </a:r>
          </a:p>
        </p:txBody>
      </p:sp>
      <p:grpSp>
        <p:nvGrpSpPr>
          <p:cNvPr id="16" name="Group 15"/>
          <p:cNvGrpSpPr/>
          <p:nvPr/>
        </p:nvGrpSpPr>
        <p:grpSpPr>
          <a:xfrm>
            <a:off x="55172" y="4571670"/>
            <a:ext cx="1517457" cy="546750"/>
            <a:chOff x="55172" y="4571670"/>
            <a:chExt cx="1517457" cy="546750"/>
          </a:xfrm>
        </p:grpSpPr>
        <p:sp>
          <p:nvSpPr>
            <p:cNvPr id="17" name="Rectangle 16"/>
            <p:cNvSpPr/>
            <p:nvPr/>
          </p:nvSpPr>
          <p:spPr>
            <a:xfrm>
              <a:off x="55172" y="4571670"/>
              <a:ext cx="1517457" cy="54675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8" name="Picture 8" descr="Stephenson Engineer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50" y="4576515"/>
              <a:ext cx="1434240" cy="493379"/>
            </a:xfrm>
            <a:prstGeom prst="rect">
              <a:avLst/>
            </a:prstGeom>
            <a:noFill/>
            <a:extLst>
              <a:ext uri="{909E8E84-426E-40DD-AFC4-6F175D3DCCD1}">
                <a14:hiddenFill xmlns:a14="http://schemas.microsoft.com/office/drawing/2010/main">
                  <a:solidFill>
                    <a:srgbClr val="FFFFFF"/>
                  </a:solidFill>
                </a14:hiddenFill>
              </a:ext>
            </a:extLst>
          </p:spPr>
        </p:pic>
      </p:grpSp>
      <p:pic>
        <p:nvPicPr>
          <p:cNvPr id="2" name="Picture 1"/>
          <p:cNvPicPr>
            <a:picLocks noChangeAspect="1"/>
          </p:cNvPicPr>
          <p:nvPr/>
        </p:nvPicPr>
        <p:blipFill rotWithShape="1">
          <a:blip r:embed="rId4"/>
          <a:srcRect l="19928"/>
          <a:stretch/>
        </p:blipFill>
        <p:spPr>
          <a:xfrm>
            <a:off x="255322" y="1194935"/>
            <a:ext cx="4121925" cy="3195000"/>
          </a:xfrm>
          <a:prstGeom prst="rect">
            <a:avLst/>
          </a:prstGeom>
        </p:spPr>
      </p:pic>
      <p:pic>
        <p:nvPicPr>
          <p:cNvPr id="3" name="Picture 2"/>
          <p:cNvPicPr>
            <a:picLocks noChangeAspect="1"/>
          </p:cNvPicPr>
          <p:nvPr/>
        </p:nvPicPr>
        <p:blipFill>
          <a:blip r:embed="rId5"/>
          <a:stretch>
            <a:fillRect/>
          </a:stretch>
        </p:blipFill>
        <p:spPr>
          <a:xfrm>
            <a:off x="4484595" y="816750"/>
            <a:ext cx="4650819" cy="3555000"/>
          </a:xfrm>
          <a:prstGeom prst="rect">
            <a:avLst/>
          </a:prstGeom>
        </p:spPr>
      </p:pic>
      <p:sp>
        <p:nvSpPr>
          <p:cNvPr id="5" name="Freeform 4"/>
          <p:cNvSpPr/>
          <p:nvPr/>
        </p:nvSpPr>
        <p:spPr>
          <a:xfrm>
            <a:off x="1789329" y="1341997"/>
            <a:ext cx="3227598" cy="546009"/>
          </a:xfrm>
          <a:custGeom>
            <a:avLst/>
            <a:gdLst>
              <a:gd name="connsiteX0" fmla="*/ 0 w 3227598"/>
              <a:gd name="connsiteY0" fmla="*/ 407862 h 546009"/>
              <a:gd name="connsiteX1" fmla="*/ 46049 w 3227598"/>
              <a:gd name="connsiteY1" fmla="*/ 322343 h 546009"/>
              <a:gd name="connsiteX2" fmla="*/ 78942 w 3227598"/>
              <a:gd name="connsiteY2" fmla="*/ 289450 h 546009"/>
              <a:gd name="connsiteX3" fmla="*/ 111834 w 3227598"/>
              <a:gd name="connsiteY3" fmla="*/ 263137 h 546009"/>
              <a:gd name="connsiteX4" fmla="*/ 124990 w 3227598"/>
              <a:gd name="connsiteY4" fmla="*/ 243402 h 546009"/>
              <a:gd name="connsiteX5" fmla="*/ 144726 w 3227598"/>
              <a:gd name="connsiteY5" fmla="*/ 236823 h 546009"/>
              <a:gd name="connsiteX6" fmla="*/ 164461 w 3227598"/>
              <a:gd name="connsiteY6" fmla="*/ 223666 h 546009"/>
              <a:gd name="connsiteX7" fmla="*/ 184196 w 3227598"/>
              <a:gd name="connsiteY7" fmla="*/ 217088 h 546009"/>
              <a:gd name="connsiteX8" fmla="*/ 236824 w 3227598"/>
              <a:gd name="connsiteY8" fmla="*/ 184196 h 546009"/>
              <a:gd name="connsiteX9" fmla="*/ 263137 w 3227598"/>
              <a:gd name="connsiteY9" fmla="*/ 164461 h 546009"/>
              <a:gd name="connsiteX10" fmla="*/ 381549 w 3227598"/>
              <a:gd name="connsiteY10" fmla="*/ 118412 h 546009"/>
              <a:gd name="connsiteX11" fmla="*/ 421019 w 3227598"/>
              <a:gd name="connsiteY11" fmla="*/ 105255 h 546009"/>
              <a:gd name="connsiteX12" fmla="*/ 486803 w 3227598"/>
              <a:gd name="connsiteY12" fmla="*/ 98676 h 546009"/>
              <a:gd name="connsiteX13" fmla="*/ 513117 w 3227598"/>
              <a:gd name="connsiteY13" fmla="*/ 92098 h 546009"/>
              <a:gd name="connsiteX14" fmla="*/ 559166 w 3227598"/>
              <a:gd name="connsiteY14" fmla="*/ 85520 h 546009"/>
              <a:gd name="connsiteX15" fmla="*/ 631529 w 3227598"/>
              <a:gd name="connsiteY15" fmla="*/ 65784 h 546009"/>
              <a:gd name="connsiteX16" fmla="*/ 809146 w 3227598"/>
              <a:gd name="connsiteY16" fmla="*/ 39471 h 546009"/>
              <a:gd name="connsiteX17" fmla="*/ 881508 w 3227598"/>
              <a:gd name="connsiteY17" fmla="*/ 26314 h 546009"/>
              <a:gd name="connsiteX18" fmla="*/ 967028 w 3227598"/>
              <a:gd name="connsiteY18" fmla="*/ 19735 h 546009"/>
              <a:gd name="connsiteX19" fmla="*/ 1039390 w 3227598"/>
              <a:gd name="connsiteY19" fmla="*/ 13157 h 546009"/>
              <a:gd name="connsiteX20" fmla="*/ 1184116 w 3227598"/>
              <a:gd name="connsiteY20" fmla="*/ 0 h 546009"/>
              <a:gd name="connsiteX21" fmla="*/ 2256398 w 3227598"/>
              <a:gd name="connsiteY21" fmla="*/ 6579 h 546009"/>
              <a:gd name="connsiteX22" fmla="*/ 2315603 w 3227598"/>
              <a:gd name="connsiteY22" fmla="*/ 13157 h 546009"/>
              <a:gd name="connsiteX23" fmla="*/ 2407701 w 3227598"/>
              <a:gd name="connsiteY23" fmla="*/ 19735 h 546009"/>
              <a:gd name="connsiteX24" fmla="*/ 2499799 w 3227598"/>
              <a:gd name="connsiteY24" fmla="*/ 39471 h 546009"/>
              <a:gd name="connsiteX25" fmla="*/ 2545848 w 3227598"/>
              <a:gd name="connsiteY25" fmla="*/ 46049 h 546009"/>
              <a:gd name="connsiteX26" fmla="*/ 2578740 w 3227598"/>
              <a:gd name="connsiteY26" fmla="*/ 59206 h 546009"/>
              <a:gd name="connsiteX27" fmla="*/ 2703730 w 3227598"/>
              <a:gd name="connsiteY27" fmla="*/ 85520 h 546009"/>
              <a:gd name="connsiteX28" fmla="*/ 2762936 w 3227598"/>
              <a:gd name="connsiteY28" fmla="*/ 124990 h 546009"/>
              <a:gd name="connsiteX29" fmla="*/ 2802406 w 3227598"/>
              <a:gd name="connsiteY29" fmla="*/ 138147 h 546009"/>
              <a:gd name="connsiteX30" fmla="*/ 2835298 w 3227598"/>
              <a:gd name="connsiteY30" fmla="*/ 177617 h 546009"/>
              <a:gd name="connsiteX31" fmla="*/ 2861612 w 3227598"/>
              <a:gd name="connsiteY31" fmla="*/ 190774 h 546009"/>
              <a:gd name="connsiteX32" fmla="*/ 2881347 w 3227598"/>
              <a:gd name="connsiteY32" fmla="*/ 210509 h 546009"/>
              <a:gd name="connsiteX33" fmla="*/ 2940553 w 3227598"/>
              <a:gd name="connsiteY33" fmla="*/ 243402 h 546009"/>
              <a:gd name="connsiteX34" fmla="*/ 2973445 w 3227598"/>
              <a:gd name="connsiteY34" fmla="*/ 276294 h 546009"/>
              <a:gd name="connsiteX35" fmla="*/ 3026072 w 3227598"/>
              <a:gd name="connsiteY35" fmla="*/ 302607 h 546009"/>
              <a:gd name="connsiteX36" fmla="*/ 3065543 w 3227598"/>
              <a:gd name="connsiteY36" fmla="*/ 361813 h 546009"/>
              <a:gd name="connsiteX37" fmla="*/ 3078700 w 3227598"/>
              <a:gd name="connsiteY37" fmla="*/ 407862 h 546009"/>
              <a:gd name="connsiteX38" fmla="*/ 3111592 w 3227598"/>
              <a:gd name="connsiteY38" fmla="*/ 460489 h 546009"/>
              <a:gd name="connsiteX39" fmla="*/ 3157641 w 3227598"/>
              <a:gd name="connsiteY39" fmla="*/ 546009 h 546009"/>
              <a:gd name="connsiteX40" fmla="*/ 3223425 w 3227598"/>
              <a:gd name="connsiteY40" fmla="*/ 394705 h 546009"/>
              <a:gd name="connsiteX41" fmla="*/ 3216847 w 3227598"/>
              <a:gd name="connsiteY41" fmla="*/ 453911 h 546009"/>
              <a:gd name="connsiteX42" fmla="*/ 3203690 w 3227598"/>
              <a:gd name="connsiteY42" fmla="*/ 480225 h 546009"/>
              <a:gd name="connsiteX43" fmla="*/ 3190533 w 3227598"/>
              <a:gd name="connsiteY43" fmla="*/ 513117 h 546009"/>
              <a:gd name="connsiteX44" fmla="*/ 3183954 w 3227598"/>
              <a:gd name="connsiteY44" fmla="*/ 539430 h 546009"/>
              <a:gd name="connsiteX45" fmla="*/ 3164219 w 3227598"/>
              <a:gd name="connsiteY45" fmla="*/ 546009 h 546009"/>
              <a:gd name="connsiteX46" fmla="*/ 3137906 w 3227598"/>
              <a:gd name="connsiteY46" fmla="*/ 532852 h 546009"/>
              <a:gd name="connsiteX47" fmla="*/ 3085278 w 3227598"/>
              <a:gd name="connsiteY47" fmla="*/ 486803 h 546009"/>
              <a:gd name="connsiteX48" fmla="*/ 3045808 w 3227598"/>
              <a:gd name="connsiteY48" fmla="*/ 473646 h 546009"/>
              <a:gd name="connsiteX49" fmla="*/ 3006337 w 3227598"/>
              <a:gd name="connsiteY49" fmla="*/ 467068 h 54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227598" h="546009">
                <a:moveTo>
                  <a:pt x="0" y="407862"/>
                </a:moveTo>
                <a:cubicBezTo>
                  <a:pt x="11901" y="378111"/>
                  <a:pt x="22559" y="345833"/>
                  <a:pt x="46049" y="322343"/>
                </a:cubicBezTo>
                <a:cubicBezTo>
                  <a:pt x="57013" y="311379"/>
                  <a:pt x="67417" y="299823"/>
                  <a:pt x="78942" y="289450"/>
                </a:cubicBezTo>
                <a:cubicBezTo>
                  <a:pt x="89378" y="280057"/>
                  <a:pt x="101906" y="273065"/>
                  <a:pt x="111834" y="263137"/>
                </a:cubicBezTo>
                <a:cubicBezTo>
                  <a:pt x="117424" y="257547"/>
                  <a:pt x="118816" y="248341"/>
                  <a:pt x="124990" y="243402"/>
                </a:cubicBezTo>
                <a:cubicBezTo>
                  <a:pt x="130405" y="239070"/>
                  <a:pt x="138524" y="239924"/>
                  <a:pt x="144726" y="236823"/>
                </a:cubicBezTo>
                <a:cubicBezTo>
                  <a:pt x="151798" y="233287"/>
                  <a:pt x="157389" y="227202"/>
                  <a:pt x="164461" y="223666"/>
                </a:cubicBezTo>
                <a:cubicBezTo>
                  <a:pt x="170663" y="220565"/>
                  <a:pt x="178109" y="220408"/>
                  <a:pt x="184196" y="217088"/>
                </a:cubicBezTo>
                <a:cubicBezTo>
                  <a:pt x="202357" y="207182"/>
                  <a:pt x="219611" y="195671"/>
                  <a:pt x="236824" y="184196"/>
                </a:cubicBezTo>
                <a:cubicBezTo>
                  <a:pt x="245946" y="178114"/>
                  <a:pt x="253156" y="168998"/>
                  <a:pt x="263137" y="164461"/>
                </a:cubicBezTo>
                <a:cubicBezTo>
                  <a:pt x="301691" y="146936"/>
                  <a:pt x="341372" y="131805"/>
                  <a:pt x="381549" y="118412"/>
                </a:cubicBezTo>
                <a:cubicBezTo>
                  <a:pt x="394706" y="114026"/>
                  <a:pt x="407388" y="107811"/>
                  <a:pt x="421019" y="105255"/>
                </a:cubicBezTo>
                <a:cubicBezTo>
                  <a:pt x="442679" y="101194"/>
                  <a:pt x="464875" y="100869"/>
                  <a:pt x="486803" y="98676"/>
                </a:cubicBezTo>
                <a:cubicBezTo>
                  <a:pt x="495574" y="96483"/>
                  <a:pt x="504222" y="93715"/>
                  <a:pt x="513117" y="92098"/>
                </a:cubicBezTo>
                <a:cubicBezTo>
                  <a:pt x="528372" y="89324"/>
                  <a:pt x="544030" y="88884"/>
                  <a:pt x="559166" y="85520"/>
                </a:cubicBezTo>
                <a:cubicBezTo>
                  <a:pt x="583573" y="80096"/>
                  <a:pt x="607098" y="71095"/>
                  <a:pt x="631529" y="65784"/>
                </a:cubicBezTo>
                <a:cubicBezTo>
                  <a:pt x="686539" y="53825"/>
                  <a:pt x="754510" y="47876"/>
                  <a:pt x="809146" y="39471"/>
                </a:cubicBezTo>
                <a:cubicBezTo>
                  <a:pt x="833377" y="35743"/>
                  <a:pt x="857181" y="29355"/>
                  <a:pt x="881508" y="26314"/>
                </a:cubicBezTo>
                <a:cubicBezTo>
                  <a:pt x="909878" y="22768"/>
                  <a:pt x="938536" y="22109"/>
                  <a:pt x="967028" y="19735"/>
                </a:cubicBezTo>
                <a:lnTo>
                  <a:pt x="1039390" y="13157"/>
                </a:lnTo>
                <a:cubicBezTo>
                  <a:pt x="1170016" y="2708"/>
                  <a:pt x="1088946" y="11897"/>
                  <a:pt x="1184116" y="0"/>
                </a:cubicBezTo>
                <a:lnTo>
                  <a:pt x="2256398" y="6579"/>
                </a:lnTo>
                <a:cubicBezTo>
                  <a:pt x="2276253" y="6810"/>
                  <a:pt x="2295821" y="11437"/>
                  <a:pt x="2315603" y="13157"/>
                </a:cubicBezTo>
                <a:cubicBezTo>
                  <a:pt x="2346265" y="15823"/>
                  <a:pt x="2377002" y="17542"/>
                  <a:pt x="2407701" y="19735"/>
                </a:cubicBezTo>
                <a:cubicBezTo>
                  <a:pt x="2528779" y="37033"/>
                  <a:pt x="2377865" y="13343"/>
                  <a:pt x="2499799" y="39471"/>
                </a:cubicBezTo>
                <a:cubicBezTo>
                  <a:pt x="2514960" y="42720"/>
                  <a:pt x="2530498" y="43856"/>
                  <a:pt x="2545848" y="46049"/>
                </a:cubicBezTo>
                <a:cubicBezTo>
                  <a:pt x="2556812" y="50435"/>
                  <a:pt x="2567284" y="56342"/>
                  <a:pt x="2578740" y="59206"/>
                </a:cubicBezTo>
                <a:cubicBezTo>
                  <a:pt x="2639068" y="74288"/>
                  <a:pt x="2649316" y="67383"/>
                  <a:pt x="2703730" y="85520"/>
                </a:cubicBezTo>
                <a:cubicBezTo>
                  <a:pt x="2746050" y="99626"/>
                  <a:pt x="2717451" y="100179"/>
                  <a:pt x="2762936" y="124990"/>
                </a:cubicBezTo>
                <a:cubicBezTo>
                  <a:pt x="2775111" y="131631"/>
                  <a:pt x="2789249" y="133761"/>
                  <a:pt x="2802406" y="138147"/>
                </a:cubicBezTo>
                <a:cubicBezTo>
                  <a:pt x="2812897" y="153883"/>
                  <a:pt x="2819182" y="166106"/>
                  <a:pt x="2835298" y="177617"/>
                </a:cubicBezTo>
                <a:cubicBezTo>
                  <a:pt x="2843278" y="183317"/>
                  <a:pt x="2853632" y="185074"/>
                  <a:pt x="2861612" y="190774"/>
                </a:cubicBezTo>
                <a:cubicBezTo>
                  <a:pt x="2869182" y="196181"/>
                  <a:pt x="2873606" y="205349"/>
                  <a:pt x="2881347" y="210509"/>
                </a:cubicBezTo>
                <a:cubicBezTo>
                  <a:pt x="2930980" y="243598"/>
                  <a:pt x="2861346" y="164195"/>
                  <a:pt x="2940553" y="243402"/>
                </a:cubicBezTo>
                <a:cubicBezTo>
                  <a:pt x="2951517" y="254366"/>
                  <a:pt x="2960697" y="267468"/>
                  <a:pt x="2973445" y="276294"/>
                </a:cubicBezTo>
                <a:cubicBezTo>
                  <a:pt x="2989571" y="287458"/>
                  <a:pt x="3026072" y="302607"/>
                  <a:pt x="3026072" y="302607"/>
                </a:cubicBezTo>
                <a:cubicBezTo>
                  <a:pt x="3044598" y="325765"/>
                  <a:pt x="3055825" y="335088"/>
                  <a:pt x="3065543" y="361813"/>
                </a:cubicBezTo>
                <a:cubicBezTo>
                  <a:pt x="3070999" y="376816"/>
                  <a:pt x="3073244" y="392859"/>
                  <a:pt x="3078700" y="407862"/>
                </a:cubicBezTo>
                <a:cubicBezTo>
                  <a:pt x="3091863" y="444059"/>
                  <a:pt x="3091448" y="426244"/>
                  <a:pt x="3111592" y="460489"/>
                </a:cubicBezTo>
                <a:cubicBezTo>
                  <a:pt x="3128008" y="488395"/>
                  <a:pt x="3142291" y="517502"/>
                  <a:pt x="3157641" y="546009"/>
                </a:cubicBezTo>
                <a:cubicBezTo>
                  <a:pt x="3179569" y="495574"/>
                  <a:pt x="3193686" y="440966"/>
                  <a:pt x="3223425" y="394705"/>
                </a:cubicBezTo>
                <a:cubicBezTo>
                  <a:pt x="3234163" y="378002"/>
                  <a:pt x="3221312" y="434563"/>
                  <a:pt x="3216847" y="453911"/>
                </a:cubicBezTo>
                <a:cubicBezTo>
                  <a:pt x="3214642" y="463467"/>
                  <a:pt x="3207673" y="471264"/>
                  <a:pt x="3203690" y="480225"/>
                </a:cubicBezTo>
                <a:cubicBezTo>
                  <a:pt x="3198894" y="491016"/>
                  <a:pt x="3194267" y="501914"/>
                  <a:pt x="3190533" y="513117"/>
                </a:cubicBezTo>
                <a:cubicBezTo>
                  <a:pt x="3187674" y="521694"/>
                  <a:pt x="3189602" y="532370"/>
                  <a:pt x="3183954" y="539430"/>
                </a:cubicBezTo>
                <a:cubicBezTo>
                  <a:pt x="3179622" y="544845"/>
                  <a:pt x="3170797" y="543816"/>
                  <a:pt x="3164219" y="546009"/>
                </a:cubicBezTo>
                <a:cubicBezTo>
                  <a:pt x="3155448" y="541623"/>
                  <a:pt x="3145751" y="538736"/>
                  <a:pt x="3137906" y="532852"/>
                </a:cubicBezTo>
                <a:cubicBezTo>
                  <a:pt x="3110770" y="512499"/>
                  <a:pt x="3115390" y="501859"/>
                  <a:pt x="3085278" y="486803"/>
                </a:cubicBezTo>
                <a:cubicBezTo>
                  <a:pt x="3072874" y="480601"/>
                  <a:pt x="3059488" y="475926"/>
                  <a:pt x="3045808" y="473646"/>
                </a:cubicBezTo>
                <a:lnTo>
                  <a:pt x="3006337" y="467068"/>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2230892" y="1207033"/>
            <a:ext cx="4104932" cy="936567"/>
          </a:xfrm>
          <a:custGeom>
            <a:avLst/>
            <a:gdLst>
              <a:gd name="connsiteX0" fmla="*/ 0 w 4104932"/>
              <a:gd name="connsiteY0" fmla="*/ 565744 h 936567"/>
              <a:gd name="connsiteX1" fmla="*/ 26313 w 4104932"/>
              <a:gd name="connsiteY1" fmla="*/ 532852 h 936567"/>
              <a:gd name="connsiteX2" fmla="*/ 52627 w 4104932"/>
              <a:gd name="connsiteY2" fmla="*/ 506538 h 936567"/>
              <a:gd name="connsiteX3" fmla="*/ 65784 w 4104932"/>
              <a:gd name="connsiteY3" fmla="*/ 486803 h 936567"/>
              <a:gd name="connsiteX4" fmla="*/ 85519 w 4104932"/>
              <a:gd name="connsiteY4" fmla="*/ 460489 h 936567"/>
              <a:gd name="connsiteX5" fmla="*/ 124990 w 4104932"/>
              <a:gd name="connsiteY5" fmla="*/ 427597 h 936567"/>
              <a:gd name="connsiteX6" fmla="*/ 197352 w 4104932"/>
              <a:gd name="connsiteY6" fmla="*/ 368392 h 936567"/>
              <a:gd name="connsiteX7" fmla="*/ 249980 w 4104932"/>
              <a:gd name="connsiteY7" fmla="*/ 322343 h 936567"/>
              <a:gd name="connsiteX8" fmla="*/ 296029 w 4104932"/>
              <a:gd name="connsiteY8" fmla="*/ 282872 h 936567"/>
              <a:gd name="connsiteX9" fmla="*/ 322342 w 4104932"/>
              <a:gd name="connsiteY9" fmla="*/ 276294 h 936567"/>
              <a:gd name="connsiteX10" fmla="*/ 355234 w 4104932"/>
              <a:gd name="connsiteY10" fmla="*/ 256558 h 936567"/>
              <a:gd name="connsiteX11" fmla="*/ 381548 w 4104932"/>
              <a:gd name="connsiteY11" fmla="*/ 236823 h 936567"/>
              <a:gd name="connsiteX12" fmla="*/ 427597 w 4104932"/>
              <a:gd name="connsiteY12" fmla="*/ 217088 h 936567"/>
              <a:gd name="connsiteX13" fmla="*/ 532852 w 4104932"/>
              <a:gd name="connsiteY13" fmla="*/ 171039 h 936567"/>
              <a:gd name="connsiteX14" fmla="*/ 559165 w 4104932"/>
              <a:gd name="connsiteY14" fmla="*/ 157882 h 936567"/>
              <a:gd name="connsiteX15" fmla="*/ 592057 w 4104932"/>
              <a:gd name="connsiteY15" fmla="*/ 151304 h 936567"/>
              <a:gd name="connsiteX16" fmla="*/ 631528 w 4104932"/>
              <a:gd name="connsiteY16" fmla="*/ 138147 h 936567"/>
              <a:gd name="connsiteX17" fmla="*/ 677577 w 4104932"/>
              <a:gd name="connsiteY17" fmla="*/ 124990 h 936567"/>
              <a:gd name="connsiteX18" fmla="*/ 730204 w 4104932"/>
              <a:gd name="connsiteY18" fmla="*/ 111833 h 936567"/>
              <a:gd name="connsiteX19" fmla="*/ 855194 w 4104932"/>
              <a:gd name="connsiteY19" fmla="*/ 72363 h 936567"/>
              <a:gd name="connsiteX20" fmla="*/ 914400 w 4104932"/>
              <a:gd name="connsiteY20" fmla="*/ 65784 h 936567"/>
              <a:gd name="connsiteX21" fmla="*/ 953870 w 4104932"/>
              <a:gd name="connsiteY21" fmla="*/ 59206 h 936567"/>
              <a:gd name="connsiteX22" fmla="*/ 1098595 w 4104932"/>
              <a:gd name="connsiteY22" fmla="*/ 46049 h 936567"/>
              <a:gd name="connsiteX23" fmla="*/ 1236742 w 4104932"/>
              <a:gd name="connsiteY23" fmla="*/ 26314 h 936567"/>
              <a:gd name="connsiteX24" fmla="*/ 1282791 w 4104932"/>
              <a:gd name="connsiteY24" fmla="*/ 19735 h 936567"/>
              <a:gd name="connsiteX25" fmla="*/ 1394624 w 4104932"/>
              <a:gd name="connsiteY25" fmla="*/ 6579 h 936567"/>
              <a:gd name="connsiteX26" fmla="*/ 1901162 w 4104932"/>
              <a:gd name="connsiteY26" fmla="*/ 0 h 936567"/>
              <a:gd name="connsiteX27" fmla="*/ 2335338 w 4104932"/>
              <a:gd name="connsiteY27" fmla="*/ 6579 h 936567"/>
              <a:gd name="connsiteX28" fmla="*/ 2637945 w 4104932"/>
              <a:gd name="connsiteY28" fmla="*/ 26314 h 936567"/>
              <a:gd name="connsiteX29" fmla="*/ 2736621 w 4104932"/>
              <a:gd name="connsiteY29" fmla="*/ 46049 h 936567"/>
              <a:gd name="connsiteX30" fmla="*/ 2776092 w 4104932"/>
              <a:gd name="connsiteY30" fmla="*/ 59206 h 936567"/>
              <a:gd name="connsiteX31" fmla="*/ 2802406 w 4104932"/>
              <a:gd name="connsiteY31" fmla="*/ 65784 h 936567"/>
              <a:gd name="connsiteX32" fmla="*/ 2861611 w 4104932"/>
              <a:gd name="connsiteY32" fmla="*/ 85520 h 936567"/>
              <a:gd name="connsiteX33" fmla="*/ 2933974 w 4104932"/>
              <a:gd name="connsiteY33" fmla="*/ 98676 h 936567"/>
              <a:gd name="connsiteX34" fmla="*/ 3045807 w 4104932"/>
              <a:gd name="connsiteY34" fmla="*/ 118412 h 936567"/>
              <a:gd name="connsiteX35" fmla="*/ 3085277 w 4104932"/>
              <a:gd name="connsiteY35" fmla="*/ 131569 h 936567"/>
              <a:gd name="connsiteX36" fmla="*/ 3131326 w 4104932"/>
              <a:gd name="connsiteY36" fmla="*/ 138147 h 936567"/>
              <a:gd name="connsiteX37" fmla="*/ 3170797 w 4104932"/>
              <a:gd name="connsiteY37" fmla="*/ 144725 h 936567"/>
              <a:gd name="connsiteX38" fmla="*/ 3256316 w 4104932"/>
              <a:gd name="connsiteY38" fmla="*/ 177617 h 936567"/>
              <a:gd name="connsiteX39" fmla="*/ 3289208 w 4104932"/>
              <a:gd name="connsiteY39" fmla="*/ 184196 h 936567"/>
              <a:gd name="connsiteX40" fmla="*/ 3308944 w 4104932"/>
              <a:gd name="connsiteY40" fmla="*/ 190774 h 936567"/>
              <a:gd name="connsiteX41" fmla="*/ 3401042 w 4104932"/>
              <a:gd name="connsiteY41" fmla="*/ 210510 h 936567"/>
              <a:gd name="connsiteX42" fmla="*/ 3460247 w 4104932"/>
              <a:gd name="connsiteY42" fmla="*/ 236823 h 936567"/>
              <a:gd name="connsiteX43" fmla="*/ 3512875 w 4104932"/>
              <a:gd name="connsiteY43" fmla="*/ 256558 h 936567"/>
              <a:gd name="connsiteX44" fmla="*/ 3578659 w 4104932"/>
              <a:gd name="connsiteY44" fmla="*/ 296029 h 936567"/>
              <a:gd name="connsiteX45" fmla="*/ 3624708 w 4104932"/>
              <a:gd name="connsiteY45" fmla="*/ 309186 h 936567"/>
              <a:gd name="connsiteX46" fmla="*/ 3651021 w 4104932"/>
              <a:gd name="connsiteY46" fmla="*/ 322343 h 936567"/>
              <a:gd name="connsiteX47" fmla="*/ 3670757 w 4104932"/>
              <a:gd name="connsiteY47" fmla="*/ 328921 h 936567"/>
              <a:gd name="connsiteX48" fmla="*/ 3756276 w 4104932"/>
              <a:gd name="connsiteY48" fmla="*/ 381548 h 936567"/>
              <a:gd name="connsiteX49" fmla="*/ 3789168 w 4104932"/>
              <a:gd name="connsiteY49" fmla="*/ 407862 h 936567"/>
              <a:gd name="connsiteX50" fmla="*/ 3822060 w 4104932"/>
              <a:gd name="connsiteY50" fmla="*/ 421019 h 936567"/>
              <a:gd name="connsiteX51" fmla="*/ 3848374 w 4104932"/>
              <a:gd name="connsiteY51" fmla="*/ 434176 h 936567"/>
              <a:gd name="connsiteX52" fmla="*/ 3861531 w 4104932"/>
              <a:gd name="connsiteY52" fmla="*/ 453911 h 936567"/>
              <a:gd name="connsiteX53" fmla="*/ 3881266 w 4104932"/>
              <a:gd name="connsiteY53" fmla="*/ 480225 h 936567"/>
              <a:gd name="connsiteX54" fmla="*/ 3894423 w 4104932"/>
              <a:gd name="connsiteY54" fmla="*/ 506538 h 936567"/>
              <a:gd name="connsiteX55" fmla="*/ 3927315 w 4104932"/>
              <a:gd name="connsiteY55" fmla="*/ 559166 h 936567"/>
              <a:gd name="connsiteX56" fmla="*/ 3933893 w 4104932"/>
              <a:gd name="connsiteY56" fmla="*/ 611793 h 936567"/>
              <a:gd name="connsiteX57" fmla="*/ 3973364 w 4104932"/>
              <a:gd name="connsiteY57" fmla="*/ 690734 h 936567"/>
              <a:gd name="connsiteX58" fmla="*/ 4006256 w 4104932"/>
              <a:gd name="connsiteY58" fmla="*/ 776253 h 936567"/>
              <a:gd name="connsiteX59" fmla="*/ 4012834 w 4104932"/>
              <a:gd name="connsiteY59" fmla="*/ 901243 h 936567"/>
              <a:gd name="connsiteX60" fmla="*/ 4025991 w 4104932"/>
              <a:gd name="connsiteY60" fmla="*/ 868351 h 936567"/>
              <a:gd name="connsiteX61" fmla="*/ 4045726 w 4104932"/>
              <a:gd name="connsiteY61" fmla="*/ 835459 h 936567"/>
              <a:gd name="connsiteX62" fmla="*/ 4058883 w 4104932"/>
              <a:gd name="connsiteY62" fmla="*/ 815724 h 936567"/>
              <a:gd name="connsiteX63" fmla="*/ 4065462 w 4104932"/>
              <a:gd name="connsiteY63" fmla="*/ 795989 h 936567"/>
              <a:gd name="connsiteX64" fmla="*/ 4085197 w 4104932"/>
              <a:gd name="connsiteY64" fmla="*/ 776253 h 936567"/>
              <a:gd name="connsiteX65" fmla="*/ 4104932 w 4104932"/>
              <a:gd name="connsiteY65" fmla="*/ 743361 h 936567"/>
              <a:gd name="connsiteX66" fmla="*/ 4098354 w 4104932"/>
              <a:gd name="connsiteY66" fmla="*/ 769675 h 936567"/>
              <a:gd name="connsiteX67" fmla="*/ 4045726 w 4104932"/>
              <a:gd name="connsiteY67" fmla="*/ 855194 h 936567"/>
              <a:gd name="connsiteX68" fmla="*/ 4025991 w 4104932"/>
              <a:gd name="connsiteY68" fmla="*/ 888087 h 936567"/>
              <a:gd name="connsiteX69" fmla="*/ 3986521 w 4104932"/>
              <a:gd name="connsiteY69" fmla="*/ 927557 h 936567"/>
              <a:gd name="connsiteX70" fmla="*/ 3966785 w 4104932"/>
              <a:gd name="connsiteY70" fmla="*/ 934135 h 936567"/>
              <a:gd name="connsiteX71" fmla="*/ 3966785 w 4104932"/>
              <a:gd name="connsiteY71" fmla="*/ 835459 h 93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4104932" h="936567">
                <a:moveTo>
                  <a:pt x="0" y="565744"/>
                </a:moveTo>
                <a:cubicBezTo>
                  <a:pt x="8771" y="554780"/>
                  <a:pt x="16985" y="543346"/>
                  <a:pt x="26313" y="532852"/>
                </a:cubicBezTo>
                <a:cubicBezTo>
                  <a:pt x="34554" y="523581"/>
                  <a:pt x="44554" y="515956"/>
                  <a:pt x="52627" y="506538"/>
                </a:cubicBezTo>
                <a:cubicBezTo>
                  <a:pt x="57772" y="500535"/>
                  <a:pt x="61189" y="493237"/>
                  <a:pt x="65784" y="486803"/>
                </a:cubicBezTo>
                <a:cubicBezTo>
                  <a:pt x="72157" y="477881"/>
                  <a:pt x="78384" y="468814"/>
                  <a:pt x="85519" y="460489"/>
                </a:cubicBezTo>
                <a:cubicBezTo>
                  <a:pt x="124884" y="414562"/>
                  <a:pt x="85581" y="463423"/>
                  <a:pt x="124990" y="427597"/>
                </a:cubicBezTo>
                <a:cubicBezTo>
                  <a:pt x="191604" y="367039"/>
                  <a:pt x="151542" y="383661"/>
                  <a:pt x="197352" y="368392"/>
                </a:cubicBezTo>
                <a:cubicBezTo>
                  <a:pt x="214895" y="353042"/>
                  <a:pt x="232732" y="338023"/>
                  <a:pt x="249980" y="322343"/>
                </a:cubicBezTo>
                <a:cubicBezTo>
                  <a:pt x="266075" y="307711"/>
                  <a:pt x="275698" y="293037"/>
                  <a:pt x="296029" y="282872"/>
                </a:cubicBezTo>
                <a:cubicBezTo>
                  <a:pt x="304115" y="278829"/>
                  <a:pt x="313571" y="278487"/>
                  <a:pt x="322342" y="276294"/>
                </a:cubicBezTo>
                <a:cubicBezTo>
                  <a:pt x="333306" y="269715"/>
                  <a:pt x="344595" y="263651"/>
                  <a:pt x="355234" y="256558"/>
                </a:cubicBezTo>
                <a:cubicBezTo>
                  <a:pt x="364357" y="250476"/>
                  <a:pt x="371923" y="242073"/>
                  <a:pt x="381548" y="236823"/>
                </a:cubicBezTo>
                <a:cubicBezTo>
                  <a:pt x="396209" y="228826"/>
                  <a:pt x="412464" y="224150"/>
                  <a:pt x="427597" y="217088"/>
                </a:cubicBezTo>
                <a:cubicBezTo>
                  <a:pt x="605185" y="134213"/>
                  <a:pt x="358497" y="243687"/>
                  <a:pt x="532852" y="171039"/>
                </a:cubicBezTo>
                <a:cubicBezTo>
                  <a:pt x="541904" y="167267"/>
                  <a:pt x="549862" y="160983"/>
                  <a:pt x="559165" y="157882"/>
                </a:cubicBezTo>
                <a:cubicBezTo>
                  <a:pt x="569772" y="154346"/>
                  <a:pt x="581270" y="154246"/>
                  <a:pt x="592057" y="151304"/>
                </a:cubicBezTo>
                <a:cubicBezTo>
                  <a:pt x="605437" y="147655"/>
                  <a:pt x="618273" y="142226"/>
                  <a:pt x="631528" y="138147"/>
                </a:cubicBezTo>
                <a:cubicBezTo>
                  <a:pt x="646786" y="133452"/>
                  <a:pt x="662152" y="129103"/>
                  <a:pt x="677577" y="124990"/>
                </a:cubicBezTo>
                <a:cubicBezTo>
                  <a:pt x="695049" y="120331"/>
                  <a:pt x="713050" y="117551"/>
                  <a:pt x="730204" y="111833"/>
                </a:cubicBezTo>
                <a:cubicBezTo>
                  <a:pt x="816548" y="83052"/>
                  <a:pt x="771402" y="86329"/>
                  <a:pt x="855194" y="72363"/>
                </a:cubicBezTo>
                <a:cubicBezTo>
                  <a:pt x="874781" y="69098"/>
                  <a:pt x="894717" y="68408"/>
                  <a:pt x="914400" y="65784"/>
                </a:cubicBezTo>
                <a:cubicBezTo>
                  <a:pt x="927621" y="64021"/>
                  <a:pt x="940608" y="60627"/>
                  <a:pt x="953870" y="59206"/>
                </a:cubicBezTo>
                <a:cubicBezTo>
                  <a:pt x="1002035" y="54046"/>
                  <a:pt x="1050641" y="52899"/>
                  <a:pt x="1098595" y="46049"/>
                </a:cubicBezTo>
                <a:lnTo>
                  <a:pt x="1236742" y="26314"/>
                </a:lnTo>
                <a:cubicBezTo>
                  <a:pt x="1252092" y="24121"/>
                  <a:pt x="1267392" y="21547"/>
                  <a:pt x="1282791" y="19735"/>
                </a:cubicBezTo>
                <a:cubicBezTo>
                  <a:pt x="1320069" y="15350"/>
                  <a:pt x="1357108" y="7776"/>
                  <a:pt x="1394624" y="6579"/>
                </a:cubicBezTo>
                <a:cubicBezTo>
                  <a:pt x="1563398" y="1193"/>
                  <a:pt x="1732316" y="2193"/>
                  <a:pt x="1901162" y="0"/>
                </a:cubicBezTo>
                <a:lnTo>
                  <a:pt x="2335338" y="6579"/>
                </a:lnTo>
                <a:cubicBezTo>
                  <a:pt x="2536785" y="12390"/>
                  <a:pt x="2516544" y="11137"/>
                  <a:pt x="2637945" y="26314"/>
                </a:cubicBezTo>
                <a:cubicBezTo>
                  <a:pt x="2778272" y="66408"/>
                  <a:pt x="2582572" y="13039"/>
                  <a:pt x="2736621" y="46049"/>
                </a:cubicBezTo>
                <a:cubicBezTo>
                  <a:pt x="2750182" y="48955"/>
                  <a:pt x="2762808" y="55221"/>
                  <a:pt x="2776092" y="59206"/>
                </a:cubicBezTo>
                <a:cubicBezTo>
                  <a:pt x="2784752" y="61804"/>
                  <a:pt x="2793765" y="63125"/>
                  <a:pt x="2802406" y="65784"/>
                </a:cubicBezTo>
                <a:cubicBezTo>
                  <a:pt x="2822289" y="71902"/>
                  <a:pt x="2841429" y="80475"/>
                  <a:pt x="2861611" y="85520"/>
                </a:cubicBezTo>
                <a:cubicBezTo>
                  <a:pt x="2885395" y="91466"/>
                  <a:pt x="2909891" y="94089"/>
                  <a:pt x="2933974" y="98676"/>
                </a:cubicBezTo>
                <a:cubicBezTo>
                  <a:pt x="3031180" y="117191"/>
                  <a:pt x="2966376" y="107064"/>
                  <a:pt x="3045807" y="118412"/>
                </a:cubicBezTo>
                <a:cubicBezTo>
                  <a:pt x="3058964" y="122798"/>
                  <a:pt x="3071764" y="128451"/>
                  <a:pt x="3085277" y="131569"/>
                </a:cubicBezTo>
                <a:cubicBezTo>
                  <a:pt x="3100385" y="135056"/>
                  <a:pt x="3116001" y="135789"/>
                  <a:pt x="3131326" y="138147"/>
                </a:cubicBezTo>
                <a:cubicBezTo>
                  <a:pt x="3144509" y="140175"/>
                  <a:pt x="3157640" y="142532"/>
                  <a:pt x="3170797" y="144725"/>
                </a:cubicBezTo>
                <a:cubicBezTo>
                  <a:pt x="3208541" y="163597"/>
                  <a:pt x="3203030" y="162392"/>
                  <a:pt x="3256316" y="177617"/>
                </a:cubicBezTo>
                <a:cubicBezTo>
                  <a:pt x="3267067" y="180689"/>
                  <a:pt x="3278361" y="181484"/>
                  <a:pt x="3289208" y="184196"/>
                </a:cubicBezTo>
                <a:cubicBezTo>
                  <a:pt x="3295935" y="185878"/>
                  <a:pt x="3302144" y="189414"/>
                  <a:pt x="3308944" y="190774"/>
                </a:cubicBezTo>
                <a:cubicBezTo>
                  <a:pt x="3360783" y="201142"/>
                  <a:pt x="3350394" y="191517"/>
                  <a:pt x="3401042" y="210510"/>
                </a:cubicBezTo>
                <a:cubicBezTo>
                  <a:pt x="3421263" y="218093"/>
                  <a:pt x="3440277" y="228600"/>
                  <a:pt x="3460247" y="236823"/>
                </a:cubicBezTo>
                <a:cubicBezTo>
                  <a:pt x="3477571" y="243956"/>
                  <a:pt x="3496117" y="248179"/>
                  <a:pt x="3512875" y="256558"/>
                </a:cubicBezTo>
                <a:cubicBezTo>
                  <a:pt x="3535748" y="267994"/>
                  <a:pt x="3555521" y="285140"/>
                  <a:pt x="3578659" y="296029"/>
                </a:cubicBezTo>
                <a:cubicBezTo>
                  <a:pt x="3593103" y="302826"/>
                  <a:pt x="3609705" y="303730"/>
                  <a:pt x="3624708" y="309186"/>
                </a:cubicBezTo>
                <a:cubicBezTo>
                  <a:pt x="3633924" y="312537"/>
                  <a:pt x="3642008" y="318480"/>
                  <a:pt x="3651021" y="322343"/>
                </a:cubicBezTo>
                <a:cubicBezTo>
                  <a:pt x="3657395" y="325075"/>
                  <a:pt x="3664178" y="326728"/>
                  <a:pt x="3670757" y="328921"/>
                </a:cubicBezTo>
                <a:cubicBezTo>
                  <a:pt x="3742351" y="382617"/>
                  <a:pt x="3631435" y="301293"/>
                  <a:pt x="3756276" y="381548"/>
                </a:cubicBezTo>
                <a:cubicBezTo>
                  <a:pt x="3768087" y="389141"/>
                  <a:pt x="3777128" y="400638"/>
                  <a:pt x="3789168" y="407862"/>
                </a:cubicBezTo>
                <a:cubicBezTo>
                  <a:pt x="3799294" y="413938"/>
                  <a:pt x="3811269" y="416223"/>
                  <a:pt x="3822060" y="421019"/>
                </a:cubicBezTo>
                <a:cubicBezTo>
                  <a:pt x="3831021" y="425002"/>
                  <a:pt x="3839603" y="429790"/>
                  <a:pt x="3848374" y="434176"/>
                </a:cubicBezTo>
                <a:cubicBezTo>
                  <a:pt x="3852760" y="440754"/>
                  <a:pt x="3856936" y="447477"/>
                  <a:pt x="3861531" y="453911"/>
                </a:cubicBezTo>
                <a:cubicBezTo>
                  <a:pt x="3867904" y="462833"/>
                  <a:pt x="3875455" y="470927"/>
                  <a:pt x="3881266" y="480225"/>
                </a:cubicBezTo>
                <a:cubicBezTo>
                  <a:pt x="3886463" y="488541"/>
                  <a:pt x="3889482" y="498067"/>
                  <a:pt x="3894423" y="506538"/>
                </a:cubicBezTo>
                <a:cubicBezTo>
                  <a:pt x="3904847" y="524407"/>
                  <a:pt x="3927315" y="559166"/>
                  <a:pt x="3927315" y="559166"/>
                </a:cubicBezTo>
                <a:cubicBezTo>
                  <a:pt x="3929508" y="576708"/>
                  <a:pt x="3928620" y="594919"/>
                  <a:pt x="3933893" y="611793"/>
                </a:cubicBezTo>
                <a:cubicBezTo>
                  <a:pt x="3947047" y="653886"/>
                  <a:pt x="3960209" y="656530"/>
                  <a:pt x="3973364" y="690734"/>
                </a:cubicBezTo>
                <a:lnTo>
                  <a:pt x="4006256" y="776253"/>
                </a:lnTo>
                <a:cubicBezTo>
                  <a:pt x="4008449" y="817916"/>
                  <a:pt x="4004092" y="860448"/>
                  <a:pt x="4012834" y="901243"/>
                </a:cubicBezTo>
                <a:cubicBezTo>
                  <a:pt x="4015308" y="912789"/>
                  <a:pt x="4020710" y="878913"/>
                  <a:pt x="4025991" y="868351"/>
                </a:cubicBezTo>
                <a:cubicBezTo>
                  <a:pt x="4031709" y="856915"/>
                  <a:pt x="4038949" y="846302"/>
                  <a:pt x="4045726" y="835459"/>
                </a:cubicBezTo>
                <a:cubicBezTo>
                  <a:pt x="4049916" y="828755"/>
                  <a:pt x="4055347" y="822795"/>
                  <a:pt x="4058883" y="815724"/>
                </a:cubicBezTo>
                <a:cubicBezTo>
                  <a:pt x="4061984" y="809522"/>
                  <a:pt x="4061616" y="801759"/>
                  <a:pt x="4065462" y="795989"/>
                </a:cubicBezTo>
                <a:cubicBezTo>
                  <a:pt x="4070623" y="788248"/>
                  <a:pt x="4079615" y="783696"/>
                  <a:pt x="4085197" y="776253"/>
                </a:cubicBezTo>
                <a:cubicBezTo>
                  <a:pt x="4092869" y="766024"/>
                  <a:pt x="4098354" y="754325"/>
                  <a:pt x="4104932" y="743361"/>
                </a:cubicBezTo>
                <a:cubicBezTo>
                  <a:pt x="4102739" y="752132"/>
                  <a:pt x="4102095" y="761444"/>
                  <a:pt x="4098354" y="769675"/>
                </a:cubicBezTo>
                <a:cubicBezTo>
                  <a:pt x="4084059" y="801124"/>
                  <a:pt x="4064080" y="826353"/>
                  <a:pt x="4045726" y="855194"/>
                </a:cubicBezTo>
                <a:cubicBezTo>
                  <a:pt x="4038861" y="865981"/>
                  <a:pt x="4034088" y="878191"/>
                  <a:pt x="4025991" y="888087"/>
                </a:cubicBezTo>
                <a:cubicBezTo>
                  <a:pt x="4014209" y="902488"/>
                  <a:pt x="4001208" y="916134"/>
                  <a:pt x="3986521" y="927557"/>
                </a:cubicBezTo>
                <a:cubicBezTo>
                  <a:pt x="3981047" y="931814"/>
                  <a:pt x="3968238" y="940916"/>
                  <a:pt x="3966785" y="934135"/>
                </a:cubicBezTo>
                <a:cubicBezTo>
                  <a:pt x="3959893" y="901973"/>
                  <a:pt x="3966785" y="868351"/>
                  <a:pt x="3966785" y="83545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631367" y="800667"/>
            <a:ext cx="2888072" cy="1251799"/>
          </a:xfrm>
          <a:custGeom>
            <a:avLst/>
            <a:gdLst>
              <a:gd name="connsiteX0" fmla="*/ 0 w 2888072"/>
              <a:gd name="connsiteY0" fmla="*/ 1028133 h 1251799"/>
              <a:gd name="connsiteX1" fmla="*/ 32892 w 2888072"/>
              <a:gd name="connsiteY1" fmla="*/ 962349 h 1251799"/>
              <a:gd name="connsiteX2" fmla="*/ 52627 w 2888072"/>
              <a:gd name="connsiteY2" fmla="*/ 903143 h 1251799"/>
              <a:gd name="connsiteX3" fmla="*/ 85519 w 2888072"/>
              <a:gd name="connsiteY3" fmla="*/ 863673 h 1251799"/>
              <a:gd name="connsiteX4" fmla="*/ 118411 w 2888072"/>
              <a:gd name="connsiteY4" fmla="*/ 784732 h 1251799"/>
              <a:gd name="connsiteX5" fmla="*/ 157882 w 2888072"/>
              <a:gd name="connsiteY5" fmla="*/ 732104 h 1251799"/>
              <a:gd name="connsiteX6" fmla="*/ 184196 w 2888072"/>
              <a:gd name="connsiteY6" fmla="*/ 692634 h 1251799"/>
              <a:gd name="connsiteX7" fmla="*/ 210509 w 2888072"/>
              <a:gd name="connsiteY7" fmla="*/ 659742 h 1251799"/>
              <a:gd name="connsiteX8" fmla="*/ 223666 w 2888072"/>
              <a:gd name="connsiteY8" fmla="*/ 633428 h 1251799"/>
              <a:gd name="connsiteX9" fmla="*/ 243401 w 2888072"/>
              <a:gd name="connsiteY9" fmla="*/ 607114 h 1251799"/>
              <a:gd name="connsiteX10" fmla="*/ 296029 w 2888072"/>
              <a:gd name="connsiteY10" fmla="*/ 534752 h 1251799"/>
              <a:gd name="connsiteX11" fmla="*/ 328921 w 2888072"/>
              <a:gd name="connsiteY11" fmla="*/ 495281 h 1251799"/>
              <a:gd name="connsiteX12" fmla="*/ 394705 w 2888072"/>
              <a:gd name="connsiteY12" fmla="*/ 429497 h 1251799"/>
              <a:gd name="connsiteX13" fmla="*/ 414440 w 2888072"/>
              <a:gd name="connsiteY13" fmla="*/ 409762 h 1251799"/>
              <a:gd name="connsiteX14" fmla="*/ 519695 w 2888072"/>
              <a:gd name="connsiteY14" fmla="*/ 337399 h 1251799"/>
              <a:gd name="connsiteX15" fmla="*/ 552587 w 2888072"/>
              <a:gd name="connsiteY15" fmla="*/ 311086 h 1251799"/>
              <a:gd name="connsiteX16" fmla="*/ 592057 w 2888072"/>
              <a:gd name="connsiteY16" fmla="*/ 291350 h 1251799"/>
              <a:gd name="connsiteX17" fmla="*/ 664420 w 2888072"/>
              <a:gd name="connsiteY17" fmla="*/ 245301 h 1251799"/>
              <a:gd name="connsiteX18" fmla="*/ 684155 w 2888072"/>
              <a:gd name="connsiteY18" fmla="*/ 232145 h 1251799"/>
              <a:gd name="connsiteX19" fmla="*/ 855194 w 2888072"/>
              <a:gd name="connsiteY19" fmla="*/ 153204 h 1251799"/>
              <a:gd name="connsiteX20" fmla="*/ 927557 w 2888072"/>
              <a:gd name="connsiteY20" fmla="*/ 133468 h 1251799"/>
              <a:gd name="connsiteX21" fmla="*/ 1026233 w 2888072"/>
              <a:gd name="connsiteY21" fmla="*/ 107155 h 1251799"/>
              <a:gd name="connsiteX22" fmla="*/ 1065704 w 2888072"/>
              <a:gd name="connsiteY22" fmla="*/ 87419 h 1251799"/>
              <a:gd name="connsiteX23" fmla="*/ 1111752 w 2888072"/>
              <a:gd name="connsiteY23" fmla="*/ 74262 h 1251799"/>
              <a:gd name="connsiteX24" fmla="*/ 1276213 w 2888072"/>
              <a:gd name="connsiteY24" fmla="*/ 21635 h 1251799"/>
              <a:gd name="connsiteX25" fmla="*/ 1368311 w 2888072"/>
              <a:gd name="connsiteY25" fmla="*/ 8478 h 1251799"/>
              <a:gd name="connsiteX26" fmla="*/ 1966947 w 2888072"/>
              <a:gd name="connsiteY26" fmla="*/ 47949 h 1251799"/>
              <a:gd name="connsiteX27" fmla="*/ 2756357 w 2888072"/>
              <a:gd name="connsiteY27" fmla="*/ 679477 h 1251799"/>
              <a:gd name="connsiteX28" fmla="*/ 2762935 w 2888072"/>
              <a:gd name="connsiteY28" fmla="*/ 699212 h 1251799"/>
              <a:gd name="connsiteX29" fmla="*/ 2769514 w 2888072"/>
              <a:gd name="connsiteY29" fmla="*/ 725526 h 1251799"/>
              <a:gd name="connsiteX30" fmla="*/ 2808984 w 2888072"/>
              <a:gd name="connsiteY30" fmla="*/ 804467 h 1251799"/>
              <a:gd name="connsiteX31" fmla="*/ 2815562 w 2888072"/>
              <a:gd name="connsiteY31" fmla="*/ 824202 h 1251799"/>
              <a:gd name="connsiteX32" fmla="*/ 2822141 w 2888072"/>
              <a:gd name="connsiteY32" fmla="*/ 843937 h 1251799"/>
              <a:gd name="connsiteX33" fmla="*/ 2828719 w 2888072"/>
              <a:gd name="connsiteY33" fmla="*/ 909721 h 1251799"/>
              <a:gd name="connsiteX34" fmla="*/ 2835298 w 2888072"/>
              <a:gd name="connsiteY34" fmla="*/ 936035 h 1251799"/>
              <a:gd name="connsiteX35" fmla="*/ 2841876 w 2888072"/>
              <a:gd name="connsiteY35" fmla="*/ 1100496 h 1251799"/>
              <a:gd name="connsiteX36" fmla="*/ 2874768 w 2888072"/>
              <a:gd name="connsiteY36" fmla="*/ 1061025 h 1251799"/>
              <a:gd name="connsiteX37" fmla="*/ 2887925 w 2888072"/>
              <a:gd name="connsiteY37" fmla="*/ 1028133 h 1251799"/>
              <a:gd name="connsiteX38" fmla="*/ 2868190 w 2888072"/>
              <a:gd name="connsiteY38" fmla="*/ 1113652 h 1251799"/>
              <a:gd name="connsiteX39" fmla="*/ 2835298 w 2888072"/>
              <a:gd name="connsiteY39" fmla="*/ 1251799 h 1251799"/>
              <a:gd name="connsiteX40" fmla="*/ 2815562 w 2888072"/>
              <a:gd name="connsiteY40" fmla="*/ 1238642 h 1251799"/>
              <a:gd name="connsiteX41" fmla="*/ 2808984 w 2888072"/>
              <a:gd name="connsiteY41" fmla="*/ 1212329 h 1251799"/>
              <a:gd name="connsiteX42" fmla="*/ 2802406 w 2888072"/>
              <a:gd name="connsiteY42" fmla="*/ 1166280 h 1251799"/>
              <a:gd name="connsiteX43" fmla="*/ 2756357 w 2888072"/>
              <a:gd name="connsiteY43" fmla="*/ 1133388 h 1251799"/>
              <a:gd name="connsiteX44" fmla="*/ 2743200 w 2888072"/>
              <a:gd name="connsiteY44" fmla="*/ 1113652 h 1251799"/>
              <a:gd name="connsiteX45" fmla="*/ 2730043 w 2888072"/>
              <a:gd name="connsiteY45" fmla="*/ 1087339 h 1251799"/>
              <a:gd name="connsiteX46" fmla="*/ 2710308 w 2888072"/>
              <a:gd name="connsiteY46" fmla="*/ 1074182 h 1251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2888072" h="1251799">
                <a:moveTo>
                  <a:pt x="0" y="1028133"/>
                </a:moveTo>
                <a:cubicBezTo>
                  <a:pt x="10964" y="1006205"/>
                  <a:pt x="23378" y="984944"/>
                  <a:pt x="32892" y="962349"/>
                </a:cubicBezTo>
                <a:cubicBezTo>
                  <a:pt x="40965" y="943176"/>
                  <a:pt x="42837" y="921498"/>
                  <a:pt x="52627" y="903143"/>
                </a:cubicBezTo>
                <a:cubicBezTo>
                  <a:pt x="60686" y="888032"/>
                  <a:pt x="77202" y="878644"/>
                  <a:pt x="85519" y="863673"/>
                </a:cubicBezTo>
                <a:cubicBezTo>
                  <a:pt x="99363" y="838754"/>
                  <a:pt x="101307" y="807537"/>
                  <a:pt x="118411" y="784732"/>
                </a:cubicBezTo>
                <a:cubicBezTo>
                  <a:pt x="131568" y="767189"/>
                  <a:pt x="145718" y="750349"/>
                  <a:pt x="157882" y="732104"/>
                </a:cubicBezTo>
                <a:cubicBezTo>
                  <a:pt x="166653" y="718947"/>
                  <a:pt x="174896" y="705422"/>
                  <a:pt x="184196" y="692634"/>
                </a:cubicBezTo>
                <a:cubicBezTo>
                  <a:pt x="192454" y="681279"/>
                  <a:pt x="202721" y="671425"/>
                  <a:pt x="210509" y="659742"/>
                </a:cubicBezTo>
                <a:cubicBezTo>
                  <a:pt x="215949" y="651582"/>
                  <a:pt x="218469" y="641744"/>
                  <a:pt x="223666" y="633428"/>
                </a:cubicBezTo>
                <a:cubicBezTo>
                  <a:pt x="229477" y="624130"/>
                  <a:pt x="237028" y="616036"/>
                  <a:pt x="243401" y="607114"/>
                </a:cubicBezTo>
                <a:cubicBezTo>
                  <a:pt x="281018" y="554450"/>
                  <a:pt x="217710" y="634430"/>
                  <a:pt x="296029" y="534752"/>
                </a:cubicBezTo>
                <a:cubicBezTo>
                  <a:pt x="306610" y="521285"/>
                  <a:pt x="316811" y="507391"/>
                  <a:pt x="328921" y="495281"/>
                </a:cubicBezTo>
                <a:lnTo>
                  <a:pt x="394705" y="429497"/>
                </a:lnTo>
                <a:cubicBezTo>
                  <a:pt x="401283" y="422919"/>
                  <a:pt x="406463" y="414548"/>
                  <a:pt x="414440" y="409762"/>
                </a:cubicBezTo>
                <a:cubicBezTo>
                  <a:pt x="460018" y="382415"/>
                  <a:pt x="467058" y="379508"/>
                  <a:pt x="519695" y="337399"/>
                </a:cubicBezTo>
                <a:cubicBezTo>
                  <a:pt x="530659" y="328628"/>
                  <a:pt x="540741" y="318624"/>
                  <a:pt x="552587" y="311086"/>
                </a:cubicBezTo>
                <a:cubicBezTo>
                  <a:pt x="564997" y="303189"/>
                  <a:pt x="579378" y="298808"/>
                  <a:pt x="592057" y="291350"/>
                </a:cubicBezTo>
                <a:cubicBezTo>
                  <a:pt x="616700" y="276854"/>
                  <a:pt x="640631" y="261160"/>
                  <a:pt x="664420" y="245301"/>
                </a:cubicBezTo>
                <a:cubicBezTo>
                  <a:pt x="670998" y="240916"/>
                  <a:pt x="677244" y="235984"/>
                  <a:pt x="684155" y="232145"/>
                </a:cubicBezTo>
                <a:cubicBezTo>
                  <a:pt x="722647" y="210761"/>
                  <a:pt x="854039" y="153519"/>
                  <a:pt x="855194" y="153204"/>
                </a:cubicBezTo>
                <a:cubicBezTo>
                  <a:pt x="879315" y="146625"/>
                  <a:pt x="903302" y="139532"/>
                  <a:pt x="927557" y="133468"/>
                </a:cubicBezTo>
                <a:cubicBezTo>
                  <a:pt x="969665" y="122941"/>
                  <a:pt x="988599" y="122836"/>
                  <a:pt x="1026233" y="107155"/>
                </a:cubicBezTo>
                <a:cubicBezTo>
                  <a:pt x="1039812" y="101497"/>
                  <a:pt x="1051974" y="92700"/>
                  <a:pt x="1065704" y="87419"/>
                </a:cubicBezTo>
                <a:cubicBezTo>
                  <a:pt x="1080603" y="81688"/>
                  <a:pt x="1096608" y="79310"/>
                  <a:pt x="1111752" y="74262"/>
                </a:cubicBezTo>
                <a:cubicBezTo>
                  <a:pt x="1183844" y="50231"/>
                  <a:pt x="1197099" y="38588"/>
                  <a:pt x="1276213" y="21635"/>
                </a:cubicBezTo>
                <a:cubicBezTo>
                  <a:pt x="1306536" y="15137"/>
                  <a:pt x="1337612" y="12864"/>
                  <a:pt x="1368311" y="8478"/>
                </a:cubicBezTo>
                <a:cubicBezTo>
                  <a:pt x="1567856" y="21635"/>
                  <a:pt x="1786902" y="-39087"/>
                  <a:pt x="1966947" y="47949"/>
                </a:cubicBezTo>
                <a:cubicBezTo>
                  <a:pt x="2270337" y="194611"/>
                  <a:pt x="2495549" y="466089"/>
                  <a:pt x="2756357" y="679477"/>
                </a:cubicBezTo>
                <a:cubicBezTo>
                  <a:pt x="2761724" y="683868"/>
                  <a:pt x="2761030" y="692545"/>
                  <a:pt x="2762935" y="699212"/>
                </a:cubicBezTo>
                <a:cubicBezTo>
                  <a:pt x="2765419" y="707905"/>
                  <a:pt x="2765471" y="717439"/>
                  <a:pt x="2769514" y="725526"/>
                </a:cubicBezTo>
                <a:cubicBezTo>
                  <a:pt x="2820520" y="827539"/>
                  <a:pt x="2775916" y="705261"/>
                  <a:pt x="2808984" y="804467"/>
                </a:cubicBezTo>
                <a:lnTo>
                  <a:pt x="2815562" y="824202"/>
                </a:lnTo>
                <a:lnTo>
                  <a:pt x="2822141" y="843937"/>
                </a:lnTo>
                <a:cubicBezTo>
                  <a:pt x="2824334" y="865865"/>
                  <a:pt x="2825602" y="887905"/>
                  <a:pt x="2828719" y="909721"/>
                </a:cubicBezTo>
                <a:cubicBezTo>
                  <a:pt x="2829998" y="918671"/>
                  <a:pt x="2834676" y="927015"/>
                  <a:pt x="2835298" y="936035"/>
                </a:cubicBezTo>
                <a:cubicBezTo>
                  <a:pt x="2839073" y="990769"/>
                  <a:pt x="2839683" y="1045676"/>
                  <a:pt x="2841876" y="1100496"/>
                </a:cubicBezTo>
                <a:cubicBezTo>
                  <a:pt x="2867646" y="1083316"/>
                  <a:pt x="2860711" y="1092653"/>
                  <a:pt x="2874768" y="1061025"/>
                </a:cubicBezTo>
                <a:cubicBezTo>
                  <a:pt x="2879564" y="1050234"/>
                  <a:pt x="2889390" y="1016416"/>
                  <a:pt x="2887925" y="1028133"/>
                </a:cubicBezTo>
                <a:cubicBezTo>
                  <a:pt x="2884297" y="1057163"/>
                  <a:pt x="2875728" y="1085384"/>
                  <a:pt x="2868190" y="1113652"/>
                </a:cubicBezTo>
                <a:cubicBezTo>
                  <a:pt x="2838439" y="1225217"/>
                  <a:pt x="2847472" y="1178750"/>
                  <a:pt x="2835298" y="1251799"/>
                </a:cubicBezTo>
                <a:cubicBezTo>
                  <a:pt x="2828719" y="1247413"/>
                  <a:pt x="2819948" y="1245221"/>
                  <a:pt x="2815562" y="1238642"/>
                </a:cubicBezTo>
                <a:cubicBezTo>
                  <a:pt x="2810547" y="1231120"/>
                  <a:pt x="2810601" y="1221224"/>
                  <a:pt x="2808984" y="1212329"/>
                </a:cubicBezTo>
                <a:cubicBezTo>
                  <a:pt x="2806210" y="1197074"/>
                  <a:pt x="2808165" y="1180676"/>
                  <a:pt x="2802406" y="1166280"/>
                </a:cubicBezTo>
                <a:cubicBezTo>
                  <a:pt x="2795739" y="1149613"/>
                  <a:pt x="2769906" y="1140163"/>
                  <a:pt x="2756357" y="1133388"/>
                </a:cubicBezTo>
                <a:cubicBezTo>
                  <a:pt x="2751971" y="1126809"/>
                  <a:pt x="2747123" y="1120517"/>
                  <a:pt x="2743200" y="1113652"/>
                </a:cubicBezTo>
                <a:cubicBezTo>
                  <a:pt x="2738335" y="1105138"/>
                  <a:pt x="2736321" y="1094872"/>
                  <a:pt x="2730043" y="1087339"/>
                </a:cubicBezTo>
                <a:cubicBezTo>
                  <a:pt x="2724982" y="1081265"/>
                  <a:pt x="2710308" y="1074182"/>
                  <a:pt x="2710308" y="107418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3926882" y="1207033"/>
            <a:ext cx="2756357" cy="815935"/>
          </a:xfrm>
          <a:custGeom>
            <a:avLst/>
            <a:gdLst>
              <a:gd name="connsiteX0" fmla="*/ 0 w 2756357"/>
              <a:gd name="connsiteY0" fmla="*/ 559165 h 815935"/>
              <a:gd name="connsiteX1" fmla="*/ 46049 w 2756357"/>
              <a:gd name="connsiteY1" fmla="*/ 453910 h 815935"/>
              <a:gd name="connsiteX2" fmla="*/ 59206 w 2756357"/>
              <a:gd name="connsiteY2" fmla="*/ 414440 h 815935"/>
              <a:gd name="connsiteX3" fmla="*/ 124990 w 2756357"/>
              <a:gd name="connsiteY3" fmla="*/ 335499 h 815935"/>
              <a:gd name="connsiteX4" fmla="*/ 151303 w 2756357"/>
              <a:gd name="connsiteY4" fmla="*/ 282872 h 815935"/>
              <a:gd name="connsiteX5" fmla="*/ 177617 w 2756357"/>
              <a:gd name="connsiteY5" fmla="*/ 256558 h 815935"/>
              <a:gd name="connsiteX6" fmla="*/ 243401 w 2756357"/>
              <a:gd name="connsiteY6" fmla="*/ 230244 h 815935"/>
              <a:gd name="connsiteX7" fmla="*/ 309185 w 2756357"/>
              <a:gd name="connsiteY7" fmla="*/ 210509 h 815935"/>
              <a:gd name="connsiteX8" fmla="*/ 394705 w 2756357"/>
              <a:gd name="connsiteY8" fmla="*/ 171039 h 815935"/>
              <a:gd name="connsiteX9" fmla="*/ 447332 w 2756357"/>
              <a:gd name="connsiteY9" fmla="*/ 157882 h 815935"/>
              <a:gd name="connsiteX10" fmla="*/ 493381 w 2756357"/>
              <a:gd name="connsiteY10" fmla="*/ 144725 h 815935"/>
              <a:gd name="connsiteX11" fmla="*/ 559165 w 2756357"/>
              <a:gd name="connsiteY11" fmla="*/ 131568 h 815935"/>
              <a:gd name="connsiteX12" fmla="*/ 697312 w 2756357"/>
              <a:gd name="connsiteY12" fmla="*/ 105254 h 815935"/>
              <a:gd name="connsiteX13" fmla="*/ 776253 w 2756357"/>
              <a:gd name="connsiteY13" fmla="*/ 78941 h 815935"/>
              <a:gd name="connsiteX14" fmla="*/ 920978 w 2756357"/>
              <a:gd name="connsiteY14" fmla="*/ 52627 h 815935"/>
              <a:gd name="connsiteX15" fmla="*/ 1170958 w 2756357"/>
              <a:gd name="connsiteY15" fmla="*/ 0 h 815935"/>
              <a:gd name="connsiteX16" fmla="*/ 1947211 w 2756357"/>
              <a:gd name="connsiteY16" fmla="*/ 13157 h 815935"/>
              <a:gd name="connsiteX17" fmla="*/ 2006417 w 2756357"/>
              <a:gd name="connsiteY17" fmla="*/ 32892 h 815935"/>
              <a:gd name="connsiteX18" fmla="*/ 2065623 w 2756357"/>
              <a:gd name="connsiteY18" fmla="*/ 46049 h 815935"/>
              <a:gd name="connsiteX19" fmla="*/ 2144564 w 2756357"/>
              <a:gd name="connsiteY19" fmla="*/ 65784 h 815935"/>
              <a:gd name="connsiteX20" fmla="*/ 2309024 w 2756357"/>
              <a:gd name="connsiteY20" fmla="*/ 98676 h 815935"/>
              <a:gd name="connsiteX21" fmla="*/ 2387965 w 2756357"/>
              <a:gd name="connsiteY21" fmla="*/ 118411 h 815935"/>
              <a:gd name="connsiteX22" fmla="*/ 2434014 w 2756357"/>
              <a:gd name="connsiteY22" fmla="*/ 144725 h 815935"/>
              <a:gd name="connsiteX23" fmla="*/ 2460328 w 2756357"/>
              <a:gd name="connsiteY23" fmla="*/ 164460 h 815935"/>
              <a:gd name="connsiteX24" fmla="*/ 2512955 w 2756357"/>
              <a:gd name="connsiteY24" fmla="*/ 203931 h 815935"/>
              <a:gd name="connsiteX25" fmla="*/ 2519534 w 2756357"/>
              <a:gd name="connsiteY25" fmla="*/ 230244 h 815935"/>
              <a:gd name="connsiteX26" fmla="*/ 2539269 w 2756357"/>
              <a:gd name="connsiteY26" fmla="*/ 243401 h 815935"/>
              <a:gd name="connsiteX27" fmla="*/ 2559004 w 2756357"/>
              <a:gd name="connsiteY27" fmla="*/ 269715 h 815935"/>
              <a:gd name="connsiteX28" fmla="*/ 2572161 w 2756357"/>
              <a:gd name="connsiteY28" fmla="*/ 309185 h 815935"/>
              <a:gd name="connsiteX29" fmla="*/ 2598475 w 2756357"/>
              <a:gd name="connsiteY29" fmla="*/ 342077 h 815935"/>
              <a:gd name="connsiteX30" fmla="*/ 2618210 w 2756357"/>
              <a:gd name="connsiteY30" fmla="*/ 374969 h 815935"/>
              <a:gd name="connsiteX31" fmla="*/ 2637945 w 2756357"/>
              <a:gd name="connsiteY31" fmla="*/ 401283 h 815935"/>
              <a:gd name="connsiteX32" fmla="*/ 2657680 w 2756357"/>
              <a:gd name="connsiteY32" fmla="*/ 440754 h 815935"/>
              <a:gd name="connsiteX33" fmla="*/ 2670837 w 2756357"/>
              <a:gd name="connsiteY33" fmla="*/ 473646 h 815935"/>
              <a:gd name="connsiteX34" fmla="*/ 2697151 w 2756357"/>
              <a:gd name="connsiteY34" fmla="*/ 499959 h 815935"/>
              <a:gd name="connsiteX35" fmla="*/ 2690573 w 2756357"/>
              <a:gd name="connsiteY35" fmla="*/ 697312 h 815935"/>
              <a:gd name="connsiteX36" fmla="*/ 2677416 w 2756357"/>
              <a:gd name="connsiteY36" fmla="*/ 749939 h 815935"/>
              <a:gd name="connsiteX37" fmla="*/ 2670837 w 2756357"/>
              <a:gd name="connsiteY37" fmla="*/ 769675 h 815935"/>
              <a:gd name="connsiteX38" fmla="*/ 2736621 w 2756357"/>
              <a:gd name="connsiteY38" fmla="*/ 677577 h 815935"/>
              <a:gd name="connsiteX39" fmla="*/ 2756357 w 2756357"/>
              <a:gd name="connsiteY39" fmla="*/ 664420 h 815935"/>
              <a:gd name="connsiteX40" fmla="*/ 2716886 w 2756357"/>
              <a:gd name="connsiteY40" fmla="*/ 710469 h 815935"/>
              <a:gd name="connsiteX41" fmla="*/ 2703729 w 2756357"/>
              <a:gd name="connsiteY41" fmla="*/ 730204 h 815935"/>
              <a:gd name="connsiteX42" fmla="*/ 2657680 w 2756357"/>
              <a:gd name="connsiteY42" fmla="*/ 769675 h 815935"/>
              <a:gd name="connsiteX43" fmla="*/ 2618210 w 2756357"/>
              <a:gd name="connsiteY43" fmla="*/ 795988 h 815935"/>
              <a:gd name="connsiteX44" fmla="*/ 2611632 w 2756357"/>
              <a:gd name="connsiteY44" fmla="*/ 815723 h 815935"/>
              <a:gd name="connsiteX45" fmla="*/ 2598475 w 2756357"/>
              <a:gd name="connsiteY45" fmla="*/ 763096 h 81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756357" h="815935">
                <a:moveTo>
                  <a:pt x="0" y="559165"/>
                </a:moveTo>
                <a:cubicBezTo>
                  <a:pt x="46876" y="418533"/>
                  <a:pt x="-8901" y="572966"/>
                  <a:pt x="46049" y="453910"/>
                </a:cubicBezTo>
                <a:cubicBezTo>
                  <a:pt x="51861" y="441318"/>
                  <a:pt x="52071" y="426332"/>
                  <a:pt x="59206" y="414440"/>
                </a:cubicBezTo>
                <a:cubicBezTo>
                  <a:pt x="111804" y="326777"/>
                  <a:pt x="87264" y="380769"/>
                  <a:pt x="124990" y="335499"/>
                </a:cubicBezTo>
                <a:cubicBezTo>
                  <a:pt x="160909" y="292397"/>
                  <a:pt x="110998" y="343330"/>
                  <a:pt x="151303" y="282872"/>
                </a:cubicBezTo>
                <a:cubicBezTo>
                  <a:pt x="158184" y="272551"/>
                  <a:pt x="167693" y="264001"/>
                  <a:pt x="177617" y="256558"/>
                </a:cubicBezTo>
                <a:cubicBezTo>
                  <a:pt x="193987" y="244281"/>
                  <a:pt x="226232" y="236487"/>
                  <a:pt x="243401" y="230244"/>
                </a:cubicBezTo>
                <a:cubicBezTo>
                  <a:pt x="296289" y="211012"/>
                  <a:pt x="255610" y="221223"/>
                  <a:pt x="309185" y="210509"/>
                </a:cubicBezTo>
                <a:cubicBezTo>
                  <a:pt x="333609" y="198297"/>
                  <a:pt x="369176" y="179549"/>
                  <a:pt x="394705" y="171039"/>
                </a:cubicBezTo>
                <a:cubicBezTo>
                  <a:pt x="411859" y="165321"/>
                  <a:pt x="429860" y="162541"/>
                  <a:pt x="447332" y="157882"/>
                </a:cubicBezTo>
                <a:cubicBezTo>
                  <a:pt x="462757" y="153769"/>
                  <a:pt x="477841" y="148381"/>
                  <a:pt x="493381" y="144725"/>
                </a:cubicBezTo>
                <a:cubicBezTo>
                  <a:pt x="515149" y="139603"/>
                  <a:pt x="537411" y="136748"/>
                  <a:pt x="559165" y="131568"/>
                </a:cubicBezTo>
                <a:cubicBezTo>
                  <a:pt x="676267" y="103687"/>
                  <a:pt x="585956" y="116391"/>
                  <a:pt x="697312" y="105254"/>
                </a:cubicBezTo>
                <a:cubicBezTo>
                  <a:pt x="723626" y="96483"/>
                  <a:pt x="749493" y="86239"/>
                  <a:pt x="776253" y="78941"/>
                </a:cubicBezTo>
                <a:cubicBezTo>
                  <a:pt x="939926" y="34303"/>
                  <a:pt x="734409" y="100774"/>
                  <a:pt x="920978" y="52627"/>
                </a:cubicBezTo>
                <a:cubicBezTo>
                  <a:pt x="1148226" y="-6017"/>
                  <a:pt x="942772" y="24020"/>
                  <a:pt x="1170958" y="0"/>
                </a:cubicBezTo>
                <a:cubicBezTo>
                  <a:pt x="1429709" y="4386"/>
                  <a:pt x="1688623" y="2976"/>
                  <a:pt x="1947211" y="13157"/>
                </a:cubicBezTo>
                <a:cubicBezTo>
                  <a:pt x="1967998" y="13975"/>
                  <a:pt x="1986373" y="27324"/>
                  <a:pt x="2006417" y="32892"/>
                </a:cubicBezTo>
                <a:cubicBezTo>
                  <a:pt x="2025896" y="38303"/>
                  <a:pt x="2045956" y="41366"/>
                  <a:pt x="2065623" y="46049"/>
                </a:cubicBezTo>
                <a:cubicBezTo>
                  <a:pt x="2092009" y="52331"/>
                  <a:pt x="2118060" y="60022"/>
                  <a:pt x="2144564" y="65784"/>
                </a:cubicBezTo>
                <a:cubicBezTo>
                  <a:pt x="2261174" y="91134"/>
                  <a:pt x="2175847" y="65382"/>
                  <a:pt x="2309024" y="98676"/>
                </a:cubicBezTo>
                <a:cubicBezTo>
                  <a:pt x="2413270" y="124737"/>
                  <a:pt x="2284687" y="101199"/>
                  <a:pt x="2387965" y="118411"/>
                </a:cubicBezTo>
                <a:cubicBezTo>
                  <a:pt x="2483361" y="189956"/>
                  <a:pt x="2363695" y="104542"/>
                  <a:pt x="2434014" y="144725"/>
                </a:cubicBezTo>
                <a:cubicBezTo>
                  <a:pt x="2443533" y="150165"/>
                  <a:pt x="2451205" y="158378"/>
                  <a:pt x="2460328" y="164460"/>
                </a:cubicBezTo>
                <a:cubicBezTo>
                  <a:pt x="2509369" y="197154"/>
                  <a:pt x="2478233" y="169207"/>
                  <a:pt x="2512955" y="203931"/>
                </a:cubicBezTo>
                <a:cubicBezTo>
                  <a:pt x="2515148" y="212702"/>
                  <a:pt x="2514519" y="222721"/>
                  <a:pt x="2519534" y="230244"/>
                </a:cubicBezTo>
                <a:cubicBezTo>
                  <a:pt x="2523920" y="236822"/>
                  <a:pt x="2533679" y="237810"/>
                  <a:pt x="2539269" y="243401"/>
                </a:cubicBezTo>
                <a:cubicBezTo>
                  <a:pt x="2547022" y="251154"/>
                  <a:pt x="2552426" y="260944"/>
                  <a:pt x="2559004" y="269715"/>
                </a:cubicBezTo>
                <a:cubicBezTo>
                  <a:pt x="2563390" y="282872"/>
                  <a:pt x="2565520" y="297010"/>
                  <a:pt x="2572161" y="309185"/>
                </a:cubicBezTo>
                <a:cubicBezTo>
                  <a:pt x="2578885" y="321511"/>
                  <a:pt x="2590423" y="330574"/>
                  <a:pt x="2598475" y="342077"/>
                </a:cubicBezTo>
                <a:cubicBezTo>
                  <a:pt x="2605807" y="352552"/>
                  <a:pt x="2611118" y="364330"/>
                  <a:pt x="2618210" y="374969"/>
                </a:cubicBezTo>
                <a:cubicBezTo>
                  <a:pt x="2624292" y="384092"/>
                  <a:pt x="2631367" y="392512"/>
                  <a:pt x="2637945" y="401283"/>
                </a:cubicBezTo>
                <a:cubicBezTo>
                  <a:pt x="2654482" y="450889"/>
                  <a:pt x="2632175" y="389742"/>
                  <a:pt x="2657680" y="440754"/>
                </a:cubicBezTo>
                <a:cubicBezTo>
                  <a:pt x="2662961" y="451316"/>
                  <a:pt x="2664287" y="463821"/>
                  <a:pt x="2670837" y="473646"/>
                </a:cubicBezTo>
                <a:cubicBezTo>
                  <a:pt x="2677718" y="483967"/>
                  <a:pt x="2688380" y="491188"/>
                  <a:pt x="2697151" y="499959"/>
                </a:cubicBezTo>
                <a:cubicBezTo>
                  <a:pt x="2716808" y="578594"/>
                  <a:pt x="2709409" y="537205"/>
                  <a:pt x="2690573" y="697312"/>
                </a:cubicBezTo>
                <a:cubicBezTo>
                  <a:pt x="2688460" y="715270"/>
                  <a:pt x="2683134" y="732785"/>
                  <a:pt x="2677416" y="749939"/>
                </a:cubicBezTo>
                <a:cubicBezTo>
                  <a:pt x="2675223" y="756518"/>
                  <a:pt x="2667269" y="775621"/>
                  <a:pt x="2670837" y="769675"/>
                </a:cubicBezTo>
                <a:cubicBezTo>
                  <a:pt x="2712282" y="700600"/>
                  <a:pt x="2676822" y="730731"/>
                  <a:pt x="2736621" y="677577"/>
                </a:cubicBezTo>
                <a:cubicBezTo>
                  <a:pt x="2742530" y="672324"/>
                  <a:pt x="2756357" y="656513"/>
                  <a:pt x="2756357" y="664420"/>
                </a:cubicBezTo>
                <a:cubicBezTo>
                  <a:pt x="2756357" y="674274"/>
                  <a:pt x="2722892" y="703262"/>
                  <a:pt x="2716886" y="710469"/>
                </a:cubicBezTo>
                <a:cubicBezTo>
                  <a:pt x="2711825" y="716543"/>
                  <a:pt x="2708790" y="724130"/>
                  <a:pt x="2703729" y="730204"/>
                </a:cubicBezTo>
                <a:cubicBezTo>
                  <a:pt x="2683325" y="754688"/>
                  <a:pt x="2683087" y="747897"/>
                  <a:pt x="2657680" y="769675"/>
                </a:cubicBezTo>
                <a:cubicBezTo>
                  <a:pt x="2626323" y="796553"/>
                  <a:pt x="2651779" y="784799"/>
                  <a:pt x="2618210" y="795988"/>
                </a:cubicBezTo>
                <a:cubicBezTo>
                  <a:pt x="2616017" y="802566"/>
                  <a:pt x="2618210" y="817916"/>
                  <a:pt x="2611632" y="815723"/>
                </a:cubicBezTo>
                <a:cubicBezTo>
                  <a:pt x="2594552" y="810030"/>
                  <a:pt x="2598475" y="773755"/>
                  <a:pt x="2598475" y="76309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3478299" y="1253293"/>
            <a:ext cx="2318151" cy="664421"/>
          </a:xfrm>
          <a:custGeom>
            <a:avLst/>
            <a:gdLst>
              <a:gd name="connsiteX0" fmla="*/ 0 w 2318151"/>
              <a:gd name="connsiteY0" fmla="*/ 513117 h 664421"/>
              <a:gd name="connsiteX1" fmla="*/ 39470 w 2318151"/>
              <a:gd name="connsiteY1" fmla="*/ 480225 h 664421"/>
              <a:gd name="connsiteX2" fmla="*/ 52627 w 2318151"/>
              <a:gd name="connsiteY2" fmla="*/ 453911 h 664421"/>
              <a:gd name="connsiteX3" fmla="*/ 98676 w 2318151"/>
              <a:gd name="connsiteY3" fmla="*/ 407862 h 664421"/>
              <a:gd name="connsiteX4" fmla="*/ 118411 w 2318151"/>
              <a:gd name="connsiteY4" fmla="*/ 381549 h 664421"/>
              <a:gd name="connsiteX5" fmla="*/ 138146 w 2318151"/>
              <a:gd name="connsiteY5" fmla="*/ 368392 h 664421"/>
              <a:gd name="connsiteX6" fmla="*/ 164460 w 2318151"/>
              <a:gd name="connsiteY6" fmla="*/ 335500 h 664421"/>
              <a:gd name="connsiteX7" fmla="*/ 184195 w 2318151"/>
              <a:gd name="connsiteY7" fmla="*/ 315764 h 664421"/>
              <a:gd name="connsiteX8" fmla="*/ 197352 w 2318151"/>
              <a:gd name="connsiteY8" fmla="*/ 289451 h 664421"/>
              <a:gd name="connsiteX9" fmla="*/ 223666 w 2318151"/>
              <a:gd name="connsiteY9" fmla="*/ 269716 h 664421"/>
              <a:gd name="connsiteX10" fmla="*/ 249980 w 2318151"/>
              <a:gd name="connsiteY10" fmla="*/ 230245 h 664421"/>
              <a:gd name="connsiteX11" fmla="*/ 315764 w 2318151"/>
              <a:gd name="connsiteY11" fmla="*/ 190775 h 664421"/>
              <a:gd name="connsiteX12" fmla="*/ 335499 w 2318151"/>
              <a:gd name="connsiteY12" fmla="*/ 184196 h 664421"/>
              <a:gd name="connsiteX13" fmla="*/ 434175 w 2318151"/>
              <a:gd name="connsiteY13" fmla="*/ 144726 h 664421"/>
              <a:gd name="connsiteX14" fmla="*/ 506538 w 2318151"/>
              <a:gd name="connsiteY14" fmla="*/ 131569 h 664421"/>
              <a:gd name="connsiteX15" fmla="*/ 532852 w 2318151"/>
              <a:gd name="connsiteY15" fmla="*/ 124990 h 664421"/>
              <a:gd name="connsiteX16" fmla="*/ 578900 w 2318151"/>
              <a:gd name="connsiteY16" fmla="*/ 105255 h 664421"/>
              <a:gd name="connsiteX17" fmla="*/ 644685 w 2318151"/>
              <a:gd name="connsiteY17" fmla="*/ 98677 h 664421"/>
              <a:gd name="connsiteX18" fmla="*/ 690734 w 2318151"/>
              <a:gd name="connsiteY18" fmla="*/ 92098 h 664421"/>
              <a:gd name="connsiteX19" fmla="*/ 842037 w 2318151"/>
              <a:gd name="connsiteY19" fmla="*/ 78941 h 664421"/>
              <a:gd name="connsiteX20" fmla="*/ 947292 w 2318151"/>
              <a:gd name="connsiteY20" fmla="*/ 46049 h 664421"/>
              <a:gd name="connsiteX21" fmla="*/ 980184 w 2318151"/>
              <a:gd name="connsiteY21" fmla="*/ 32893 h 664421"/>
              <a:gd name="connsiteX22" fmla="*/ 1026233 w 2318151"/>
              <a:gd name="connsiteY22" fmla="*/ 26314 h 664421"/>
              <a:gd name="connsiteX23" fmla="*/ 1065703 w 2318151"/>
              <a:gd name="connsiteY23" fmla="*/ 19736 h 664421"/>
              <a:gd name="connsiteX24" fmla="*/ 1098595 w 2318151"/>
              <a:gd name="connsiteY24" fmla="*/ 13157 h 664421"/>
              <a:gd name="connsiteX25" fmla="*/ 1236742 w 2318151"/>
              <a:gd name="connsiteY25" fmla="*/ 0 h 664421"/>
              <a:gd name="connsiteX26" fmla="*/ 1677496 w 2318151"/>
              <a:gd name="connsiteY26" fmla="*/ 13157 h 664421"/>
              <a:gd name="connsiteX27" fmla="*/ 1736702 w 2318151"/>
              <a:gd name="connsiteY27" fmla="*/ 32893 h 664421"/>
              <a:gd name="connsiteX28" fmla="*/ 1769594 w 2318151"/>
              <a:gd name="connsiteY28" fmla="*/ 39471 h 664421"/>
              <a:gd name="connsiteX29" fmla="*/ 1815643 w 2318151"/>
              <a:gd name="connsiteY29" fmla="*/ 78941 h 664421"/>
              <a:gd name="connsiteX30" fmla="*/ 1841957 w 2318151"/>
              <a:gd name="connsiteY30" fmla="*/ 92098 h 664421"/>
              <a:gd name="connsiteX31" fmla="*/ 1927476 w 2318151"/>
              <a:gd name="connsiteY31" fmla="*/ 138147 h 664421"/>
              <a:gd name="connsiteX32" fmla="*/ 1980103 w 2318151"/>
              <a:gd name="connsiteY32" fmla="*/ 197353 h 664421"/>
              <a:gd name="connsiteX33" fmla="*/ 2006417 w 2318151"/>
              <a:gd name="connsiteY33" fmla="*/ 223667 h 664421"/>
              <a:gd name="connsiteX34" fmla="*/ 2032731 w 2318151"/>
              <a:gd name="connsiteY34" fmla="*/ 263137 h 664421"/>
              <a:gd name="connsiteX35" fmla="*/ 2052466 w 2318151"/>
              <a:gd name="connsiteY35" fmla="*/ 309186 h 664421"/>
              <a:gd name="connsiteX36" fmla="*/ 2085358 w 2318151"/>
              <a:gd name="connsiteY36" fmla="*/ 374970 h 664421"/>
              <a:gd name="connsiteX37" fmla="*/ 2105093 w 2318151"/>
              <a:gd name="connsiteY37" fmla="*/ 388127 h 664421"/>
              <a:gd name="connsiteX38" fmla="*/ 2124829 w 2318151"/>
              <a:gd name="connsiteY38" fmla="*/ 421019 h 664421"/>
              <a:gd name="connsiteX39" fmla="*/ 2137985 w 2318151"/>
              <a:gd name="connsiteY39" fmla="*/ 460490 h 664421"/>
              <a:gd name="connsiteX40" fmla="*/ 2177456 w 2318151"/>
              <a:gd name="connsiteY40" fmla="*/ 519695 h 664421"/>
              <a:gd name="connsiteX41" fmla="*/ 2190613 w 2318151"/>
              <a:gd name="connsiteY41" fmla="*/ 559166 h 664421"/>
              <a:gd name="connsiteX42" fmla="*/ 2216926 w 2318151"/>
              <a:gd name="connsiteY42" fmla="*/ 605215 h 664421"/>
              <a:gd name="connsiteX43" fmla="*/ 2249818 w 2318151"/>
              <a:gd name="connsiteY43" fmla="*/ 638107 h 664421"/>
              <a:gd name="connsiteX44" fmla="*/ 2289289 w 2318151"/>
              <a:gd name="connsiteY44" fmla="*/ 578901 h 664421"/>
              <a:gd name="connsiteX45" fmla="*/ 2315603 w 2318151"/>
              <a:gd name="connsiteY45" fmla="*/ 546009 h 664421"/>
              <a:gd name="connsiteX46" fmla="*/ 2302446 w 2318151"/>
              <a:gd name="connsiteY46" fmla="*/ 572323 h 664421"/>
              <a:gd name="connsiteX47" fmla="*/ 2282711 w 2318151"/>
              <a:gd name="connsiteY47" fmla="*/ 592058 h 664421"/>
              <a:gd name="connsiteX48" fmla="*/ 2269554 w 2318151"/>
              <a:gd name="connsiteY48" fmla="*/ 631529 h 664421"/>
              <a:gd name="connsiteX49" fmla="*/ 2262975 w 2318151"/>
              <a:gd name="connsiteY49" fmla="*/ 651264 h 664421"/>
              <a:gd name="connsiteX50" fmla="*/ 2223505 w 2318151"/>
              <a:gd name="connsiteY50" fmla="*/ 664421 h 664421"/>
              <a:gd name="connsiteX51" fmla="*/ 2157721 w 2318151"/>
              <a:gd name="connsiteY51" fmla="*/ 651264 h 664421"/>
              <a:gd name="connsiteX52" fmla="*/ 2137985 w 2318151"/>
              <a:gd name="connsiteY52" fmla="*/ 631529 h 664421"/>
              <a:gd name="connsiteX53" fmla="*/ 2131407 w 2318151"/>
              <a:gd name="connsiteY53" fmla="*/ 611793 h 664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2318151" h="664421">
                <a:moveTo>
                  <a:pt x="0" y="513117"/>
                </a:moveTo>
                <a:cubicBezTo>
                  <a:pt x="13157" y="502153"/>
                  <a:pt x="28092" y="493025"/>
                  <a:pt x="39470" y="480225"/>
                </a:cubicBezTo>
                <a:cubicBezTo>
                  <a:pt x="45985" y="472895"/>
                  <a:pt x="46417" y="461501"/>
                  <a:pt x="52627" y="453911"/>
                </a:cubicBezTo>
                <a:cubicBezTo>
                  <a:pt x="66373" y="437110"/>
                  <a:pt x="85651" y="425228"/>
                  <a:pt x="98676" y="407862"/>
                </a:cubicBezTo>
                <a:cubicBezTo>
                  <a:pt x="105254" y="399091"/>
                  <a:pt x="110658" y="389302"/>
                  <a:pt x="118411" y="381549"/>
                </a:cubicBezTo>
                <a:cubicBezTo>
                  <a:pt x="124002" y="375958"/>
                  <a:pt x="132555" y="373983"/>
                  <a:pt x="138146" y="368392"/>
                </a:cubicBezTo>
                <a:cubicBezTo>
                  <a:pt x="148074" y="358464"/>
                  <a:pt x="155214" y="346067"/>
                  <a:pt x="164460" y="335500"/>
                </a:cubicBezTo>
                <a:cubicBezTo>
                  <a:pt x="170586" y="328498"/>
                  <a:pt x="178788" y="323335"/>
                  <a:pt x="184195" y="315764"/>
                </a:cubicBezTo>
                <a:cubicBezTo>
                  <a:pt x="189895" y="307784"/>
                  <a:pt x="190970" y="296896"/>
                  <a:pt x="197352" y="289451"/>
                </a:cubicBezTo>
                <a:cubicBezTo>
                  <a:pt x="204487" y="281127"/>
                  <a:pt x="214895" y="276294"/>
                  <a:pt x="223666" y="269716"/>
                </a:cubicBezTo>
                <a:cubicBezTo>
                  <a:pt x="232437" y="256559"/>
                  <a:pt x="238799" y="241426"/>
                  <a:pt x="249980" y="230245"/>
                </a:cubicBezTo>
                <a:cubicBezTo>
                  <a:pt x="261676" y="218549"/>
                  <a:pt x="297592" y="198563"/>
                  <a:pt x="315764" y="190775"/>
                </a:cubicBezTo>
                <a:cubicBezTo>
                  <a:pt x="322138" y="188044"/>
                  <a:pt x="329162" y="187012"/>
                  <a:pt x="335499" y="184196"/>
                </a:cubicBezTo>
                <a:cubicBezTo>
                  <a:pt x="398380" y="156249"/>
                  <a:pt x="354222" y="167570"/>
                  <a:pt x="434175" y="144726"/>
                </a:cubicBezTo>
                <a:cubicBezTo>
                  <a:pt x="450652" y="140018"/>
                  <a:pt x="491222" y="134632"/>
                  <a:pt x="506538" y="131569"/>
                </a:cubicBezTo>
                <a:cubicBezTo>
                  <a:pt x="515404" y="129796"/>
                  <a:pt x="524355" y="128080"/>
                  <a:pt x="532852" y="124990"/>
                </a:cubicBezTo>
                <a:cubicBezTo>
                  <a:pt x="548546" y="119283"/>
                  <a:pt x="562644" y="109080"/>
                  <a:pt x="578900" y="105255"/>
                </a:cubicBezTo>
                <a:cubicBezTo>
                  <a:pt x="600352" y="100208"/>
                  <a:pt x="622798" y="101252"/>
                  <a:pt x="644685" y="98677"/>
                </a:cubicBezTo>
                <a:cubicBezTo>
                  <a:pt x="660084" y="96865"/>
                  <a:pt x="675292" y="93502"/>
                  <a:pt x="690734" y="92098"/>
                </a:cubicBezTo>
                <a:cubicBezTo>
                  <a:pt x="889755" y="74005"/>
                  <a:pt x="712345" y="95154"/>
                  <a:pt x="842037" y="78941"/>
                </a:cubicBezTo>
                <a:cubicBezTo>
                  <a:pt x="889085" y="65500"/>
                  <a:pt x="897706" y="63758"/>
                  <a:pt x="947292" y="46049"/>
                </a:cubicBezTo>
                <a:cubicBezTo>
                  <a:pt x="958413" y="42077"/>
                  <a:pt x="968728" y="35757"/>
                  <a:pt x="980184" y="32893"/>
                </a:cubicBezTo>
                <a:cubicBezTo>
                  <a:pt x="995227" y="29132"/>
                  <a:pt x="1010908" y="28672"/>
                  <a:pt x="1026233" y="26314"/>
                </a:cubicBezTo>
                <a:cubicBezTo>
                  <a:pt x="1039416" y="24286"/>
                  <a:pt x="1052580" y="22122"/>
                  <a:pt x="1065703" y="19736"/>
                </a:cubicBezTo>
                <a:cubicBezTo>
                  <a:pt x="1076704" y="17736"/>
                  <a:pt x="1087526" y="14738"/>
                  <a:pt x="1098595" y="13157"/>
                </a:cubicBezTo>
                <a:cubicBezTo>
                  <a:pt x="1138454" y="7463"/>
                  <a:pt x="1198638" y="3176"/>
                  <a:pt x="1236742" y="0"/>
                </a:cubicBezTo>
                <a:lnTo>
                  <a:pt x="1677496" y="13157"/>
                </a:lnTo>
                <a:cubicBezTo>
                  <a:pt x="1697086" y="13985"/>
                  <a:pt x="1719160" y="27630"/>
                  <a:pt x="1736702" y="32893"/>
                </a:cubicBezTo>
                <a:cubicBezTo>
                  <a:pt x="1747412" y="36106"/>
                  <a:pt x="1758630" y="37278"/>
                  <a:pt x="1769594" y="39471"/>
                </a:cubicBezTo>
                <a:cubicBezTo>
                  <a:pt x="1787535" y="57412"/>
                  <a:pt x="1793137" y="64875"/>
                  <a:pt x="1815643" y="78941"/>
                </a:cubicBezTo>
                <a:cubicBezTo>
                  <a:pt x="1823959" y="84138"/>
                  <a:pt x="1833486" y="87157"/>
                  <a:pt x="1841957" y="92098"/>
                </a:cubicBezTo>
                <a:cubicBezTo>
                  <a:pt x="1918835" y="136944"/>
                  <a:pt x="1867250" y="114056"/>
                  <a:pt x="1927476" y="138147"/>
                </a:cubicBezTo>
                <a:cubicBezTo>
                  <a:pt x="1976203" y="186874"/>
                  <a:pt x="1910177" y="119656"/>
                  <a:pt x="1980103" y="197353"/>
                </a:cubicBezTo>
                <a:cubicBezTo>
                  <a:pt x="1988401" y="206573"/>
                  <a:pt x="1998668" y="213981"/>
                  <a:pt x="2006417" y="223667"/>
                </a:cubicBezTo>
                <a:cubicBezTo>
                  <a:pt x="2016295" y="236014"/>
                  <a:pt x="2032731" y="263137"/>
                  <a:pt x="2032731" y="263137"/>
                </a:cubicBezTo>
                <a:cubicBezTo>
                  <a:pt x="2046421" y="317900"/>
                  <a:pt x="2029751" y="263758"/>
                  <a:pt x="2052466" y="309186"/>
                </a:cubicBezTo>
                <a:cubicBezTo>
                  <a:pt x="2066812" y="337878"/>
                  <a:pt x="2063401" y="349354"/>
                  <a:pt x="2085358" y="374970"/>
                </a:cubicBezTo>
                <a:cubicBezTo>
                  <a:pt x="2090503" y="380973"/>
                  <a:pt x="2098515" y="383741"/>
                  <a:pt x="2105093" y="388127"/>
                </a:cubicBezTo>
                <a:cubicBezTo>
                  <a:pt x="2111672" y="399091"/>
                  <a:pt x="2119538" y="409379"/>
                  <a:pt x="2124829" y="421019"/>
                </a:cubicBezTo>
                <a:cubicBezTo>
                  <a:pt x="2130568" y="433645"/>
                  <a:pt x="2129664" y="449395"/>
                  <a:pt x="2137985" y="460490"/>
                </a:cubicBezTo>
                <a:cubicBezTo>
                  <a:pt x="2152004" y="479181"/>
                  <a:pt x="2167694" y="498219"/>
                  <a:pt x="2177456" y="519695"/>
                </a:cubicBezTo>
                <a:cubicBezTo>
                  <a:pt x="2183195" y="532321"/>
                  <a:pt x="2184411" y="546761"/>
                  <a:pt x="2190613" y="559166"/>
                </a:cubicBezTo>
                <a:cubicBezTo>
                  <a:pt x="2207306" y="592551"/>
                  <a:pt x="2198330" y="577320"/>
                  <a:pt x="2216926" y="605215"/>
                </a:cubicBezTo>
                <a:cubicBezTo>
                  <a:pt x="2232339" y="666867"/>
                  <a:pt x="2217297" y="670628"/>
                  <a:pt x="2249818" y="638107"/>
                </a:cubicBezTo>
                <a:cubicBezTo>
                  <a:pt x="2272357" y="570490"/>
                  <a:pt x="2247204" y="620985"/>
                  <a:pt x="2289289" y="578901"/>
                </a:cubicBezTo>
                <a:cubicBezTo>
                  <a:pt x="2299217" y="568973"/>
                  <a:pt x="2303044" y="552288"/>
                  <a:pt x="2315603" y="546009"/>
                </a:cubicBezTo>
                <a:cubicBezTo>
                  <a:pt x="2324374" y="541624"/>
                  <a:pt x="2308146" y="564343"/>
                  <a:pt x="2302446" y="572323"/>
                </a:cubicBezTo>
                <a:cubicBezTo>
                  <a:pt x="2297039" y="579893"/>
                  <a:pt x="2289289" y="585480"/>
                  <a:pt x="2282711" y="592058"/>
                </a:cubicBezTo>
                <a:lnTo>
                  <a:pt x="2269554" y="631529"/>
                </a:lnTo>
                <a:cubicBezTo>
                  <a:pt x="2267361" y="638107"/>
                  <a:pt x="2269553" y="649071"/>
                  <a:pt x="2262975" y="651264"/>
                </a:cubicBezTo>
                <a:lnTo>
                  <a:pt x="2223505" y="664421"/>
                </a:lnTo>
                <a:cubicBezTo>
                  <a:pt x="2219608" y="663864"/>
                  <a:pt x="2170245" y="659613"/>
                  <a:pt x="2157721" y="651264"/>
                </a:cubicBezTo>
                <a:cubicBezTo>
                  <a:pt x="2149980" y="646104"/>
                  <a:pt x="2144564" y="638107"/>
                  <a:pt x="2137985" y="631529"/>
                </a:cubicBezTo>
                <a:lnTo>
                  <a:pt x="2131407" y="611793"/>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7530837"/>
      </p:ext>
    </p:extLst>
  </p:cSld>
  <p:clrMapOvr>
    <a:masterClrMapping/>
  </p:clrMapOvr>
  <mc:AlternateContent xmlns:mc="http://schemas.openxmlformats.org/markup-compatibility/2006" xmlns:p14="http://schemas.microsoft.com/office/powerpoint/2010/main">
    <mc:Choice Requires="p14">
      <p:transition spd="slow" p14:dur="2000" advTm="67633"/>
    </mc:Choice>
    <mc:Fallback xmlns="">
      <p:transition spd="slow" advTm="6763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79512" y="161926"/>
            <a:ext cx="8784976" cy="431800"/>
          </a:xfrm>
          <a:prstGeom prst="rect">
            <a:avLst/>
          </a:prstGeom>
        </p:spPr>
        <p:txBody>
          <a:bodyPr/>
          <a:lstStyle/>
          <a:p>
            <a:r>
              <a:rPr lang="en-US" dirty="0"/>
              <a:t>ETABS 2 S-CONCRETE v1.0</a:t>
            </a:r>
          </a:p>
        </p:txBody>
      </p:sp>
      <p:sp>
        <p:nvSpPr>
          <p:cNvPr id="2" name="Rectangle 1"/>
          <p:cNvSpPr/>
          <p:nvPr/>
        </p:nvSpPr>
        <p:spPr>
          <a:xfrm>
            <a:off x="342000" y="816750"/>
            <a:ext cx="1367682" cy="253916"/>
          </a:xfrm>
          <a:prstGeom prst="rect">
            <a:avLst/>
          </a:prstGeom>
        </p:spPr>
        <p:txBody>
          <a:bodyPr wrap="none">
            <a:spAutoFit/>
          </a:bodyPr>
          <a:lstStyle/>
          <a:p>
            <a:pPr marL="0" indent="0">
              <a:buNone/>
            </a:pPr>
            <a:r>
              <a:rPr lang="en-CA" sz="1050" b="1" u="sng" dirty="0"/>
              <a:t>USER INTERFACE</a:t>
            </a:r>
          </a:p>
        </p:txBody>
      </p:sp>
      <p:pic>
        <p:nvPicPr>
          <p:cNvPr id="27" name="Picture 26"/>
          <p:cNvPicPr/>
          <p:nvPr/>
        </p:nvPicPr>
        <p:blipFill>
          <a:blip r:embed="rId3"/>
          <a:stretch>
            <a:fillRect/>
          </a:stretch>
        </p:blipFill>
        <p:spPr>
          <a:xfrm>
            <a:off x="3169602" y="1086750"/>
            <a:ext cx="2804795" cy="3363595"/>
          </a:xfrm>
          <a:prstGeom prst="rect">
            <a:avLst/>
          </a:prstGeom>
        </p:spPr>
      </p:pic>
      <p:sp>
        <p:nvSpPr>
          <p:cNvPr id="28" name="Rectangle 27"/>
          <p:cNvSpPr/>
          <p:nvPr/>
        </p:nvSpPr>
        <p:spPr>
          <a:xfrm>
            <a:off x="3267000" y="2327311"/>
            <a:ext cx="1296035" cy="11250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9" name="Rectangle 28"/>
          <p:cNvSpPr/>
          <p:nvPr/>
        </p:nvSpPr>
        <p:spPr>
          <a:xfrm>
            <a:off x="4612863" y="2102311"/>
            <a:ext cx="1282700" cy="14850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0" name="Rectangle 29"/>
          <p:cNvSpPr/>
          <p:nvPr/>
        </p:nvSpPr>
        <p:spPr>
          <a:xfrm>
            <a:off x="3267000" y="3471750"/>
            <a:ext cx="1289685" cy="71035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1" name="Rectangle 30"/>
          <p:cNvSpPr/>
          <p:nvPr/>
        </p:nvSpPr>
        <p:spPr>
          <a:xfrm>
            <a:off x="4688110" y="3702210"/>
            <a:ext cx="1132205" cy="12954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2" name="Text Box 2"/>
          <p:cNvSpPr txBox="1">
            <a:spLocks noChangeArrowheads="1"/>
          </p:cNvSpPr>
          <p:nvPr/>
        </p:nvSpPr>
        <p:spPr bwMode="auto">
          <a:xfrm>
            <a:off x="1212551" y="2265605"/>
            <a:ext cx="1698625" cy="59309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nSpc>
                <a:spcPct val="115000"/>
              </a:lnSpc>
              <a:spcBef>
                <a:spcPts val="0"/>
              </a:spcBef>
              <a:spcAft>
                <a:spcPts val="1000"/>
              </a:spcAft>
            </a:pPr>
            <a:r>
              <a:rPr lang="en-US" sz="1000">
                <a:effectLst/>
                <a:latin typeface="Calibri" panose="020F0502020204030204" pitchFamily="34" charset="0"/>
                <a:ea typeface="Calibri" panose="020F0502020204030204" pitchFamily="34" charset="0"/>
                <a:cs typeface="Times New Roman" panose="02020603050405020304" pitchFamily="18" charset="0"/>
              </a:rPr>
              <a:t>1. Select the pier labels that you want to be included in the S-CONCRETE files.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33" name="Straight Arrow Connector 32"/>
          <p:cNvCxnSpPr/>
          <p:nvPr/>
        </p:nvCxnSpPr>
        <p:spPr>
          <a:xfrm>
            <a:off x="2918796" y="2573580"/>
            <a:ext cx="340995" cy="170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Text Box 2"/>
          <p:cNvSpPr txBox="1">
            <a:spLocks noChangeArrowheads="1"/>
          </p:cNvSpPr>
          <p:nvPr/>
        </p:nvSpPr>
        <p:spPr bwMode="auto">
          <a:xfrm>
            <a:off x="1227156" y="3399715"/>
            <a:ext cx="1698625" cy="614045"/>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nSpc>
                <a:spcPct val="115000"/>
              </a:lnSpc>
              <a:spcBef>
                <a:spcPts val="0"/>
              </a:spcBef>
              <a:spcAft>
                <a:spcPts val="100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3. Select all the seismic cases even if you do not want to magnify them.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35" name="Straight Arrow Connector 34"/>
          <p:cNvCxnSpPr/>
          <p:nvPr/>
        </p:nvCxnSpPr>
        <p:spPr>
          <a:xfrm>
            <a:off x="2934671" y="3660700"/>
            <a:ext cx="340995" cy="170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37" idx="1"/>
          </p:cNvCxnSpPr>
          <p:nvPr/>
        </p:nvCxnSpPr>
        <p:spPr>
          <a:xfrm flipH="1">
            <a:off x="5906724" y="1988615"/>
            <a:ext cx="404148" cy="3446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Text Box 2"/>
          <p:cNvSpPr txBox="1">
            <a:spLocks noChangeArrowheads="1"/>
          </p:cNvSpPr>
          <p:nvPr/>
        </p:nvSpPr>
        <p:spPr bwMode="auto">
          <a:xfrm>
            <a:off x="6310872" y="1671750"/>
            <a:ext cx="1698625" cy="633730"/>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nSpc>
                <a:spcPct val="115000"/>
              </a:lnSpc>
              <a:spcBef>
                <a:spcPts val="0"/>
              </a:spcBef>
              <a:spcAft>
                <a:spcPts val="100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2. Select the combinations that you want to be included in the S-CONCRETE files.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8" name="Text Box 2"/>
          <p:cNvSpPr txBox="1">
            <a:spLocks noChangeArrowheads="1"/>
          </p:cNvSpPr>
          <p:nvPr/>
        </p:nvSpPr>
        <p:spPr bwMode="auto">
          <a:xfrm>
            <a:off x="6310872" y="2446703"/>
            <a:ext cx="1698625" cy="2330047"/>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a:noAutofit/>
          </a:bodyPr>
          <a:lstStyle/>
          <a:p>
            <a:pPr marL="0" marR="0">
              <a:lnSpc>
                <a:spcPct val="115000"/>
              </a:lnSpc>
              <a:spcBef>
                <a:spcPts val="0"/>
              </a:spcBef>
              <a:spcAft>
                <a:spcPts val="1000"/>
              </a:spcAft>
            </a:pPr>
            <a:r>
              <a:rPr lang="en-US" sz="1000" dirty="0">
                <a:effectLst/>
                <a:latin typeface="Calibri" panose="020F0502020204030204" pitchFamily="34" charset="0"/>
                <a:ea typeface="Calibri" panose="020F0502020204030204" pitchFamily="34" charset="0"/>
                <a:cs typeface="Times New Roman" panose="02020603050405020304" pitchFamily="18" charset="0"/>
              </a:rPr>
              <a:t>4. By default, this program tries to reduce the number of S-CONCRETE files by making one SCO file for piers that have the same pier label, length, thickness, material and height. This number, if set, will limit the number of stories that will be considered for merging. If unchecked, the program will try to merge as many walls as possible.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39" name="Straight Arrow Connector 38"/>
          <p:cNvCxnSpPr>
            <a:stCxn id="38" idx="1"/>
            <a:endCxn id="31" idx="3"/>
          </p:cNvCxnSpPr>
          <p:nvPr/>
        </p:nvCxnSpPr>
        <p:spPr>
          <a:xfrm flipH="1">
            <a:off x="5820315" y="3611727"/>
            <a:ext cx="490557" cy="1552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44" name="Group 43"/>
          <p:cNvGrpSpPr/>
          <p:nvPr/>
        </p:nvGrpSpPr>
        <p:grpSpPr>
          <a:xfrm>
            <a:off x="55172" y="4571670"/>
            <a:ext cx="1517457" cy="546750"/>
            <a:chOff x="55172" y="4571670"/>
            <a:chExt cx="1517457" cy="546750"/>
          </a:xfrm>
        </p:grpSpPr>
        <p:sp>
          <p:nvSpPr>
            <p:cNvPr id="45" name="Rectangle 44"/>
            <p:cNvSpPr/>
            <p:nvPr/>
          </p:nvSpPr>
          <p:spPr>
            <a:xfrm>
              <a:off x="55172" y="4571670"/>
              <a:ext cx="1517457" cy="54675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46" name="Picture 8" descr="Stephenson Engineer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50" y="4576515"/>
              <a:ext cx="1434240" cy="49337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65969018"/>
      </p:ext>
    </p:extLst>
  </p:cSld>
  <p:clrMapOvr>
    <a:masterClrMapping/>
  </p:clrMapOvr>
  <mc:AlternateContent xmlns:mc="http://schemas.openxmlformats.org/markup-compatibility/2006" xmlns:p14="http://schemas.microsoft.com/office/powerpoint/2010/main">
    <mc:Choice Requires="p14">
      <p:transition spd="slow" p14:dur="2000" advTm="67633"/>
    </mc:Choice>
    <mc:Fallback xmlns="">
      <p:transition spd="slow" advTm="6763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79512" y="161926"/>
            <a:ext cx="8784976" cy="431800"/>
          </a:xfrm>
          <a:prstGeom prst="rect">
            <a:avLst/>
          </a:prstGeom>
        </p:spPr>
        <p:txBody>
          <a:bodyPr/>
          <a:lstStyle/>
          <a:p>
            <a:r>
              <a:rPr lang="en-US" dirty="0"/>
              <a:t>ETABS 2 S-CONCRETE v1.0</a:t>
            </a:r>
          </a:p>
        </p:txBody>
      </p:sp>
      <p:sp>
        <p:nvSpPr>
          <p:cNvPr id="2" name="Rectangle 1"/>
          <p:cNvSpPr/>
          <p:nvPr/>
        </p:nvSpPr>
        <p:spPr>
          <a:xfrm>
            <a:off x="342000" y="816750"/>
            <a:ext cx="1276311" cy="253916"/>
          </a:xfrm>
          <a:prstGeom prst="rect">
            <a:avLst/>
          </a:prstGeom>
        </p:spPr>
        <p:txBody>
          <a:bodyPr wrap="none">
            <a:spAutoFit/>
          </a:bodyPr>
          <a:lstStyle/>
          <a:p>
            <a:pPr marL="0" indent="0">
              <a:buNone/>
            </a:pPr>
            <a:r>
              <a:rPr lang="en-CA" sz="1050" b="1" u="sng" dirty="0"/>
              <a:t>MESHED WALLS</a:t>
            </a:r>
          </a:p>
        </p:txBody>
      </p:sp>
      <p:sp>
        <p:nvSpPr>
          <p:cNvPr id="14" name="Rectangle 13"/>
          <p:cNvSpPr/>
          <p:nvPr/>
        </p:nvSpPr>
        <p:spPr>
          <a:xfrm>
            <a:off x="387000" y="1070666"/>
            <a:ext cx="8474426" cy="253916"/>
          </a:xfrm>
          <a:prstGeom prst="rect">
            <a:avLst/>
          </a:prstGeom>
        </p:spPr>
        <p:txBody>
          <a:bodyPr wrap="square">
            <a:spAutoFit/>
          </a:bodyPr>
          <a:lstStyle/>
          <a:p>
            <a:r>
              <a:rPr lang="en-US" sz="1050" dirty="0"/>
              <a:t>The program has the capability of recognizing meshed walls as one single wall if they all have the same pier label.</a:t>
            </a:r>
            <a:endParaRPr lang="en-US" sz="800" dirty="0"/>
          </a:p>
        </p:txBody>
      </p:sp>
      <p:pic>
        <p:nvPicPr>
          <p:cNvPr id="3" name="Picture 2"/>
          <p:cNvPicPr>
            <a:picLocks noChangeAspect="1"/>
          </p:cNvPicPr>
          <p:nvPr/>
        </p:nvPicPr>
        <p:blipFill>
          <a:blip r:embed="rId3"/>
          <a:stretch>
            <a:fillRect/>
          </a:stretch>
        </p:blipFill>
        <p:spPr>
          <a:xfrm>
            <a:off x="522000" y="1869213"/>
            <a:ext cx="3723564" cy="1715228"/>
          </a:xfrm>
          <a:prstGeom prst="rect">
            <a:avLst/>
          </a:prstGeom>
        </p:spPr>
      </p:pic>
      <p:pic>
        <p:nvPicPr>
          <p:cNvPr id="4" name="Picture 3"/>
          <p:cNvPicPr>
            <a:picLocks noChangeAspect="1"/>
          </p:cNvPicPr>
          <p:nvPr/>
        </p:nvPicPr>
        <p:blipFill>
          <a:blip r:embed="rId4"/>
          <a:stretch>
            <a:fillRect/>
          </a:stretch>
        </p:blipFill>
        <p:spPr>
          <a:xfrm>
            <a:off x="4797000" y="1928430"/>
            <a:ext cx="3645000" cy="1596794"/>
          </a:xfrm>
          <a:prstGeom prst="rect">
            <a:avLst/>
          </a:prstGeom>
        </p:spPr>
      </p:pic>
      <p:grpSp>
        <p:nvGrpSpPr>
          <p:cNvPr id="7" name="Group 6"/>
          <p:cNvGrpSpPr/>
          <p:nvPr/>
        </p:nvGrpSpPr>
        <p:grpSpPr>
          <a:xfrm>
            <a:off x="55172" y="4571670"/>
            <a:ext cx="1517457" cy="546750"/>
            <a:chOff x="55172" y="4571670"/>
            <a:chExt cx="1517457" cy="546750"/>
          </a:xfrm>
        </p:grpSpPr>
        <p:sp>
          <p:nvSpPr>
            <p:cNvPr id="8" name="Rectangle 7"/>
            <p:cNvSpPr/>
            <p:nvPr/>
          </p:nvSpPr>
          <p:spPr>
            <a:xfrm>
              <a:off x="55172" y="4571670"/>
              <a:ext cx="1517457" cy="54675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9" name="Picture 8" descr="Stephenson Engineeri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150" y="4576515"/>
              <a:ext cx="1434240" cy="49337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08758975"/>
      </p:ext>
    </p:extLst>
  </p:cSld>
  <p:clrMapOvr>
    <a:masterClrMapping/>
  </p:clrMapOvr>
  <mc:AlternateContent xmlns:mc="http://schemas.openxmlformats.org/markup-compatibility/2006" xmlns:p14="http://schemas.microsoft.com/office/powerpoint/2010/main">
    <mc:Choice Requires="p14">
      <p:transition spd="slow" p14:dur="2000" advTm="67633"/>
    </mc:Choice>
    <mc:Fallback xmlns="">
      <p:transition spd="slow" advTm="6763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79512" y="161926"/>
            <a:ext cx="8784976" cy="431800"/>
          </a:xfrm>
          <a:prstGeom prst="rect">
            <a:avLst/>
          </a:prstGeom>
        </p:spPr>
        <p:txBody>
          <a:bodyPr/>
          <a:lstStyle/>
          <a:p>
            <a:r>
              <a:rPr lang="en-US" dirty="0"/>
              <a:t>ETABS 2 S-CONCRETE v1.0</a:t>
            </a:r>
          </a:p>
        </p:txBody>
      </p:sp>
      <p:sp>
        <p:nvSpPr>
          <p:cNvPr id="2" name="Rectangle 1"/>
          <p:cNvSpPr/>
          <p:nvPr/>
        </p:nvSpPr>
        <p:spPr>
          <a:xfrm>
            <a:off x="342000" y="816750"/>
            <a:ext cx="1418978" cy="253916"/>
          </a:xfrm>
          <a:prstGeom prst="rect">
            <a:avLst/>
          </a:prstGeom>
        </p:spPr>
        <p:txBody>
          <a:bodyPr wrap="none">
            <a:spAutoFit/>
          </a:bodyPr>
          <a:lstStyle/>
          <a:p>
            <a:pPr marL="0" indent="0">
              <a:buNone/>
            </a:pPr>
            <a:r>
              <a:rPr lang="en-CA" sz="1050" b="1" u="sng" dirty="0"/>
              <a:t>SOME SCENARIOS</a:t>
            </a:r>
          </a:p>
        </p:txBody>
      </p:sp>
      <p:sp>
        <p:nvSpPr>
          <p:cNvPr id="14" name="Rectangle 13"/>
          <p:cNvSpPr/>
          <p:nvPr/>
        </p:nvSpPr>
        <p:spPr>
          <a:xfrm>
            <a:off x="387000" y="1070666"/>
            <a:ext cx="8474426" cy="253916"/>
          </a:xfrm>
          <a:prstGeom prst="rect">
            <a:avLst/>
          </a:prstGeom>
        </p:spPr>
        <p:txBody>
          <a:bodyPr wrap="square">
            <a:spAutoFit/>
          </a:bodyPr>
          <a:lstStyle/>
          <a:p>
            <a:r>
              <a:rPr lang="en-US" sz="1050" dirty="0"/>
              <a:t>Pier assignments have to be as per the general guidelines. Only straight piers are supported. </a:t>
            </a:r>
            <a:endParaRPr lang="en-US" sz="800" dirty="0"/>
          </a:p>
        </p:txBody>
      </p:sp>
      <p:pic>
        <p:nvPicPr>
          <p:cNvPr id="5" name="Picture 4"/>
          <p:cNvPicPr>
            <a:picLocks noChangeAspect="1"/>
          </p:cNvPicPr>
          <p:nvPr/>
        </p:nvPicPr>
        <p:blipFill>
          <a:blip r:embed="rId3"/>
          <a:stretch>
            <a:fillRect/>
          </a:stretch>
        </p:blipFill>
        <p:spPr>
          <a:xfrm>
            <a:off x="148530" y="1401750"/>
            <a:ext cx="4430822" cy="1885393"/>
          </a:xfrm>
          <a:prstGeom prst="rect">
            <a:avLst/>
          </a:prstGeom>
        </p:spPr>
      </p:pic>
      <p:sp>
        <p:nvSpPr>
          <p:cNvPr id="8" name="Rectangle 7"/>
          <p:cNvSpPr/>
          <p:nvPr/>
        </p:nvSpPr>
        <p:spPr>
          <a:xfrm>
            <a:off x="766441" y="3646554"/>
            <a:ext cx="3960000" cy="253916"/>
          </a:xfrm>
          <a:prstGeom prst="rect">
            <a:avLst/>
          </a:prstGeom>
        </p:spPr>
        <p:txBody>
          <a:bodyPr wrap="square">
            <a:spAutoFit/>
          </a:bodyPr>
          <a:lstStyle/>
          <a:p>
            <a:r>
              <a:rPr lang="en-US" sz="1050" b="1" u="sng" dirty="0"/>
              <a:t>Separate walls should have different pier labels</a:t>
            </a:r>
            <a:endParaRPr lang="en-US" sz="800" b="1" u="sng" dirty="0"/>
          </a:p>
        </p:txBody>
      </p:sp>
      <p:pic>
        <p:nvPicPr>
          <p:cNvPr id="7" name="Picture 6"/>
          <p:cNvPicPr>
            <a:picLocks noChangeAspect="1"/>
          </p:cNvPicPr>
          <p:nvPr/>
        </p:nvPicPr>
        <p:blipFill rotWithShape="1">
          <a:blip r:embed="rId4"/>
          <a:srcRect r="2078"/>
          <a:stretch/>
        </p:blipFill>
        <p:spPr>
          <a:xfrm>
            <a:off x="4698243" y="1446750"/>
            <a:ext cx="4373757" cy="1840393"/>
          </a:xfrm>
          <a:prstGeom prst="rect">
            <a:avLst/>
          </a:prstGeom>
        </p:spPr>
      </p:pic>
      <p:sp>
        <p:nvSpPr>
          <p:cNvPr id="11" name="Rectangle 10"/>
          <p:cNvSpPr/>
          <p:nvPr/>
        </p:nvSpPr>
        <p:spPr>
          <a:xfrm>
            <a:off x="5787000" y="3653279"/>
            <a:ext cx="3960000" cy="253916"/>
          </a:xfrm>
          <a:prstGeom prst="rect">
            <a:avLst/>
          </a:prstGeom>
        </p:spPr>
        <p:txBody>
          <a:bodyPr wrap="square">
            <a:spAutoFit/>
          </a:bodyPr>
          <a:lstStyle/>
          <a:p>
            <a:r>
              <a:rPr lang="en-US" sz="1050" b="1" u="sng" dirty="0"/>
              <a:t>Separate pier labels may be required</a:t>
            </a:r>
            <a:endParaRPr lang="en-US" sz="800" b="1" u="sng" dirty="0"/>
          </a:p>
        </p:txBody>
      </p:sp>
      <p:sp>
        <p:nvSpPr>
          <p:cNvPr id="12" name="Rectangle 11"/>
          <p:cNvSpPr/>
          <p:nvPr/>
        </p:nvSpPr>
        <p:spPr>
          <a:xfrm>
            <a:off x="-928511" y="4991462"/>
            <a:ext cx="3960000" cy="253916"/>
          </a:xfrm>
          <a:prstGeom prst="rect">
            <a:avLst/>
          </a:prstGeom>
        </p:spPr>
        <p:txBody>
          <a:bodyPr wrap="square">
            <a:spAutoFit/>
          </a:bodyPr>
          <a:lstStyle/>
          <a:p>
            <a:r>
              <a:rPr lang="en-US" sz="1050" b="1" u="sng" dirty="0" err="1">
                <a:latin typeface="Webdings" panose="05030102010509060703" pitchFamily="18" charset="2"/>
              </a:rPr>
              <a:t>ari</a:t>
            </a:r>
            <a:endParaRPr lang="en-US" sz="800" b="1" u="sng" dirty="0">
              <a:latin typeface="Webdings" panose="05030102010509060703" pitchFamily="18" charset="2"/>
            </a:endParaRPr>
          </a:p>
        </p:txBody>
      </p:sp>
      <p:sp>
        <p:nvSpPr>
          <p:cNvPr id="13" name="Rectangle 12"/>
          <p:cNvSpPr/>
          <p:nvPr/>
        </p:nvSpPr>
        <p:spPr>
          <a:xfrm>
            <a:off x="1981441" y="3010368"/>
            <a:ext cx="765000" cy="707886"/>
          </a:xfrm>
          <a:prstGeom prst="rect">
            <a:avLst/>
          </a:prstGeom>
        </p:spPr>
        <p:txBody>
          <a:bodyPr wrap="square">
            <a:spAutoFit/>
          </a:bodyPr>
          <a:lstStyle/>
          <a:p>
            <a:r>
              <a:rPr lang="en-US" sz="4000" b="1" dirty="0">
                <a:solidFill>
                  <a:schemeClr val="accent6"/>
                </a:solidFill>
                <a:latin typeface="Webdings" panose="05030102010509060703" pitchFamily="18" charset="2"/>
              </a:rPr>
              <a:t>r</a:t>
            </a:r>
          </a:p>
        </p:txBody>
      </p:sp>
      <p:sp>
        <p:nvSpPr>
          <p:cNvPr id="15" name="Rectangle 14"/>
          <p:cNvSpPr/>
          <p:nvPr/>
        </p:nvSpPr>
        <p:spPr>
          <a:xfrm>
            <a:off x="6392463" y="2984834"/>
            <a:ext cx="2025000" cy="707886"/>
          </a:xfrm>
          <a:prstGeom prst="rect">
            <a:avLst/>
          </a:prstGeom>
        </p:spPr>
        <p:txBody>
          <a:bodyPr wrap="square">
            <a:spAutoFit/>
          </a:bodyPr>
          <a:lstStyle/>
          <a:p>
            <a:r>
              <a:rPr lang="en-US" sz="4000" b="1" dirty="0" err="1">
                <a:solidFill>
                  <a:schemeClr val="accent6"/>
                </a:solidFill>
                <a:latin typeface="Webdings" panose="05030102010509060703" pitchFamily="18" charset="2"/>
              </a:rPr>
              <a:t>r</a:t>
            </a:r>
            <a:r>
              <a:rPr lang="en-US" sz="4000" dirty="0" err="1">
                <a:solidFill>
                  <a:srgbClr val="FFC000"/>
                </a:solidFill>
                <a:latin typeface="Webdings" panose="05030102010509060703" pitchFamily="18" charset="2"/>
              </a:rPr>
              <a:t>i</a:t>
            </a:r>
            <a:endParaRPr lang="en-US" sz="2800" dirty="0">
              <a:solidFill>
                <a:srgbClr val="FFC000"/>
              </a:solidFill>
              <a:latin typeface="Webdings" panose="05030102010509060703" pitchFamily="18" charset="2"/>
            </a:endParaRPr>
          </a:p>
        </p:txBody>
      </p:sp>
      <p:grpSp>
        <p:nvGrpSpPr>
          <p:cNvPr id="16" name="Group 15"/>
          <p:cNvGrpSpPr/>
          <p:nvPr/>
        </p:nvGrpSpPr>
        <p:grpSpPr>
          <a:xfrm>
            <a:off x="55172" y="4571670"/>
            <a:ext cx="1517457" cy="546750"/>
            <a:chOff x="55172" y="4571670"/>
            <a:chExt cx="1517457" cy="546750"/>
          </a:xfrm>
        </p:grpSpPr>
        <p:sp>
          <p:nvSpPr>
            <p:cNvPr id="17" name="Rectangle 16"/>
            <p:cNvSpPr/>
            <p:nvPr/>
          </p:nvSpPr>
          <p:spPr>
            <a:xfrm>
              <a:off x="55172" y="4571670"/>
              <a:ext cx="1517457" cy="54675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8" name="Picture 8" descr="Stephenson Engineeri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150" y="4576515"/>
              <a:ext cx="1434240" cy="49337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68622791"/>
      </p:ext>
    </p:extLst>
  </p:cSld>
  <p:clrMapOvr>
    <a:masterClrMapping/>
  </p:clrMapOvr>
  <mc:AlternateContent xmlns:mc="http://schemas.openxmlformats.org/markup-compatibility/2006" xmlns:p14="http://schemas.microsoft.com/office/powerpoint/2010/main">
    <mc:Choice Requires="p14">
      <p:transition spd="slow" p14:dur="2000" advTm="67633"/>
    </mc:Choice>
    <mc:Fallback xmlns="">
      <p:transition spd="slow" advTm="6763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79512" y="161926"/>
            <a:ext cx="8784976" cy="431800"/>
          </a:xfrm>
          <a:prstGeom prst="rect">
            <a:avLst/>
          </a:prstGeom>
        </p:spPr>
        <p:txBody>
          <a:bodyPr/>
          <a:lstStyle/>
          <a:p>
            <a:r>
              <a:rPr lang="en-US" dirty="0"/>
              <a:t>ETABS 2 S-CONCRETE v1.0</a:t>
            </a:r>
          </a:p>
        </p:txBody>
      </p:sp>
      <p:sp>
        <p:nvSpPr>
          <p:cNvPr id="2" name="Rectangle 1"/>
          <p:cNvSpPr/>
          <p:nvPr/>
        </p:nvSpPr>
        <p:spPr>
          <a:xfrm>
            <a:off x="342000" y="816750"/>
            <a:ext cx="1418978" cy="253916"/>
          </a:xfrm>
          <a:prstGeom prst="rect">
            <a:avLst/>
          </a:prstGeom>
        </p:spPr>
        <p:txBody>
          <a:bodyPr wrap="none">
            <a:spAutoFit/>
          </a:bodyPr>
          <a:lstStyle/>
          <a:p>
            <a:pPr marL="0" indent="0">
              <a:buNone/>
            </a:pPr>
            <a:r>
              <a:rPr lang="en-CA" sz="1050" b="1" u="sng" dirty="0"/>
              <a:t>SOME SCENARIOS</a:t>
            </a:r>
          </a:p>
        </p:txBody>
      </p:sp>
      <p:sp>
        <p:nvSpPr>
          <p:cNvPr id="8" name="Rectangle 7"/>
          <p:cNvSpPr/>
          <p:nvPr/>
        </p:nvSpPr>
        <p:spPr>
          <a:xfrm>
            <a:off x="766441" y="3646554"/>
            <a:ext cx="3960000" cy="253916"/>
          </a:xfrm>
          <a:prstGeom prst="rect">
            <a:avLst/>
          </a:prstGeom>
        </p:spPr>
        <p:txBody>
          <a:bodyPr wrap="square">
            <a:spAutoFit/>
          </a:bodyPr>
          <a:lstStyle/>
          <a:p>
            <a:r>
              <a:rPr lang="en-US" sz="1050" b="1" u="sng" dirty="0"/>
              <a:t>Overlapped walls with the same pier will be ignored</a:t>
            </a:r>
            <a:endParaRPr lang="en-US" sz="800" b="1" u="sng" dirty="0"/>
          </a:p>
        </p:txBody>
      </p:sp>
      <p:sp>
        <p:nvSpPr>
          <p:cNvPr id="11" name="Rectangle 10"/>
          <p:cNvSpPr/>
          <p:nvPr/>
        </p:nvSpPr>
        <p:spPr>
          <a:xfrm>
            <a:off x="4908305" y="3718007"/>
            <a:ext cx="4242574" cy="230832"/>
          </a:xfrm>
          <a:prstGeom prst="rect">
            <a:avLst/>
          </a:prstGeom>
        </p:spPr>
        <p:txBody>
          <a:bodyPr wrap="square">
            <a:spAutoFit/>
          </a:bodyPr>
          <a:lstStyle/>
          <a:p>
            <a:r>
              <a:rPr lang="en-US" sz="900" b="1" u="sng" dirty="0"/>
              <a:t>Separate piers are needed for walls with multiple thicknesses or materials</a:t>
            </a:r>
            <a:endParaRPr lang="en-US" sz="600" b="1" u="sng" dirty="0"/>
          </a:p>
        </p:txBody>
      </p:sp>
      <p:sp>
        <p:nvSpPr>
          <p:cNvPr id="12" name="Rectangle 11"/>
          <p:cNvSpPr/>
          <p:nvPr/>
        </p:nvSpPr>
        <p:spPr>
          <a:xfrm>
            <a:off x="9297000" y="4956750"/>
            <a:ext cx="3960000" cy="253916"/>
          </a:xfrm>
          <a:prstGeom prst="rect">
            <a:avLst/>
          </a:prstGeom>
        </p:spPr>
        <p:txBody>
          <a:bodyPr wrap="square">
            <a:spAutoFit/>
          </a:bodyPr>
          <a:lstStyle/>
          <a:p>
            <a:r>
              <a:rPr lang="en-US" sz="1050" b="1" u="sng" dirty="0" err="1">
                <a:latin typeface="Webdings" panose="05030102010509060703" pitchFamily="18" charset="2"/>
              </a:rPr>
              <a:t>ari</a:t>
            </a:r>
            <a:endParaRPr lang="en-US" sz="800" b="1" u="sng" dirty="0">
              <a:latin typeface="Webdings" panose="05030102010509060703" pitchFamily="18" charset="2"/>
            </a:endParaRPr>
          </a:p>
        </p:txBody>
      </p:sp>
      <p:sp>
        <p:nvSpPr>
          <p:cNvPr id="13" name="Rectangle 12"/>
          <p:cNvSpPr/>
          <p:nvPr/>
        </p:nvSpPr>
        <p:spPr>
          <a:xfrm>
            <a:off x="1981441" y="3010368"/>
            <a:ext cx="765000" cy="707886"/>
          </a:xfrm>
          <a:prstGeom prst="rect">
            <a:avLst/>
          </a:prstGeom>
        </p:spPr>
        <p:txBody>
          <a:bodyPr wrap="square">
            <a:spAutoFit/>
          </a:bodyPr>
          <a:lstStyle/>
          <a:p>
            <a:r>
              <a:rPr lang="en-US" sz="4000" b="1" dirty="0">
                <a:solidFill>
                  <a:schemeClr val="accent6"/>
                </a:solidFill>
                <a:latin typeface="Webdings" panose="05030102010509060703" pitchFamily="18" charset="2"/>
              </a:rPr>
              <a:t>r</a:t>
            </a:r>
          </a:p>
        </p:txBody>
      </p:sp>
      <p:sp>
        <p:nvSpPr>
          <p:cNvPr id="15" name="Rectangle 14"/>
          <p:cNvSpPr/>
          <p:nvPr/>
        </p:nvSpPr>
        <p:spPr>
          <a:xfrm>
            <a:off x="8364871" y="1051389"/>
            <a:ext cx="834537" cy="707886"/>
          </a:xfrm>
          <a:prstGeom prst="rect">
            <a:avLst/>
          </a:prstGeom>
        </p:spPr>
        <p:txBody>
          <a:bodyPr wrap="square">
            <a:spAutoFit/>
          </a:bodyPr>
          <a:lstStyle/>
          <a:p>
            <a:r>
              <a:rPr lang="en-US" sz="4000" b="1" dirty="0">
                <a:solidFill>
                  <a:schemeClr val="accent6"/>
                </a:solidFill>
                <a:latin typeface="Webdings" panose="05030102010509060703" pitchFamily="18" charset="2"/>
              </a:rPr>
              <a:t>r</a:t>
            </a:r>
            <a:endParaRPr lang="en-US" sz="2800" dirty="0">
              <a:solidFill>
                <a:srgbClr val="FFC000"/>
              </a:solidFill>
              <a:latin typeface="Webdings" panose="05030102010509060703" pitchFamily="18" charset="2"/>
            </a:endParaRPr>
          </a:p>
        </p:txBody>
      </p:sp>
      <p:pic>
        <p:nvPicPr>
          <p:cNvPr id="3" name="Picture 2"/>
          <p:cNvPicPr>
            <a:picLocks noChangeAspect="1"/>
          </p:cNvPicPr>
          <p:nvPr/>
        </p:nvPicPr>
        <p:blipFill>
          <a:blip r:embed="rId3"/>
          <a:stretch>
            <a:fillRect/>
          </a:stretch>
        </p:blipFill>
        <p:spPr>
          <a:xfrm>
            <a:off x="668472" y="1642958"/>
            <a:ext cx="3576767" cy="1455530"/>
          </a:xfrm>
          <a:prstGeom prst="rect">
            <a:avLst/>
          </a:prstGeom>
        </p:spPr>
      </p:pic>
      <p:sp>
        <p:nvSpPr>
          <p:cNvPr id="16" name="Rectangle 15"/>
          <p:cNvSpPr/>
          <p:nvPr/>
        </p:nvSpPr>
        <p:spPr>
          <a:xfrm>
            <a:off x="3762001" y="1578204"/>
            <a:ext cx="540000" cy="155207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4" name="Picture 3"/>
          <p:cNvPicPr>
            <a:picLocks noChangeAspect="1"/>
          </p:cNvPicPr>
          <p:nvPr/>
        </p:nvPicPr>
        <p:blipFill>
          <a:blip r:embed="rId4"/>
          <a:stretch>
            <a:fillRect/>
          </a:stretch>
        </p:blipFill>
        <p:spPr>
          <a:xfrm>
            <a:off x="5133726" y="2238250"/>
            <a:ext cx="3231145" cy="1152860"/>
          </a:xfrm>
          <a:prstGeom prst="rect">
            <a:avLst/>
          </a:prstGeom>
        </p:spPr>
      </p:pic>
      <p:pic>
        <p:nvPicPr>
          <p:cNvPr id="9" name="Picture 8"/>
          <p:cNvPicPr>
            <a:picLocks noChangeAspect="1"/>
          </p:cNvPicPr>
          <p:nvPr/>
        </p:nvPicPr>
        <p:blipFill>
          <a:blip r:embed="rId5"/>
          <a:stretch>
            <a:fillRect/>
          </a:stretch>
        </p:blipFill>
        <p:spPr>
          <a:xfrm>
            <a:off x="4930666" y="678078"/>
            <a:ext cx="3593812" cy="1430792"/>
          </a:xfrm>
          <a:prstGeom prst="rect">
            <a:avLst/>
          </a:prstGeom>
        </p:spPr>
      </p:pic>
      <p:grpSp>
        <p:nvGrpSpPr>
          <p:cNvPr id="17" name="Group 16"/>
          <p:cNvGrpSpPr/>
          <p:nvPr/>
        </p:nvGrpSpPr>
        <p:grpSpPr>
          <a:xfrm>
            <a:off x="55172" y="4571670"/>
            <a:ext cx="1517457" cy="546750"/>
            <a:chOff x="55172" y="4571670"/>
            <a:chExt cx="1517457" cy="546750"/>
          </a:xfrm>
        </p:grpSpPr>
        <p:sp>
          <p:nvSpPr>
            <p:cNvPr id="18" name="Rectangle 17"/>
            <p:cNvSpPr/>
            <p:nvPr/>
          </p:nvSpPr>
          <p:spPr>
            <a:xfrm>
              <a:off x="55172" y="4571670"/>
              <a:ext cx="1517457" cy="54675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9" name="Picture 8" descr="Stephenson Engineeri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150" y="4576515"/>
              <a:ext cx="1434240" cy="49337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21584600"/>
      </p:ext>
    </p:extLst>
  </p:cSld>
  <p:clrMapOvr>
    <a:masterClrMapping/>
  </p:clrMapOvr>
  <mc:AlternateContent xmlns:mc="http://schemas.openxmlformats.org/markup-compatibility/2006" xmlns:p14="http://schemas.microsoft.com/office/powerpoint/2010/main">
    <mc:Choice Requires="p14">
      <p:transition spd="slow" p14:dur="2000" advTm="67633"/>
    </mc:Choice>
    <mc:Fallback xmlns="">
      <p:transition spd="slow" advTm="6763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79512" y="161926"/>
            <a:ext cx="8784976" cy="431800"/>
          </a:xfrm>
          <a:prstGeom prst="rect">
            <a:avLst/>
          </a:prstGeom>
        </p:spPr>
        <p:txBody>
          <a:bodyPr/>
          <a:lstStyle/>
          <a:p>
            <a:r>
              <a:rPr lang="en-US" dirty="0"/>
              <a:t>ETABS 2 S-CONCRETE v1.0</a:t>
            </a:r>
          </a:p>
        </p:txBody>
      </p:sp>
      <p:sp>
        <p:nvSpPr>
          <p:cNvPr id="2" name="Rectangle 1"/>
          <p:cNvSpPr/>
          <p:nvPr/>
        </p:nvSpPr>
        <p:spPr>
          <a:xfrm>
            <a:off x="342000" y="816750"/>
            <a:ext cx="1342034" cy="253916"/>
          </a:xfrm>
          <a:prstGeom prst="rect">
            <a:avLst/>
          </a:prstGeom>
        </p:spPr>
        <p:txBody>
          <a:bodyPr wrap="none">
            <a:spAutoFit/>
          </a:bodyPr>
          <a:lstStyle/>
          <a:p>
            <a:pPr marL="0" indent="0">
              <a:buNone/>
            </a:pPr>
            <a:r>
              <a:rPr lang="en-CA" sz="1050" b="1" u="sng" dirty="0"/>
              <a:t>WALL GROUPING</a:t>
            </a:r>
          </a:p>
        </p:txBody>
      </p:sp>
      <p:sp>
        <p:nvSpPr>
          <p:cNvPr id="14" name="Rectangle 13"/>
          <p:cNvSpPr/>
          <p:nvPr/>
        </p:nvSpPr>
        <p:spPr>
          <a:xfrm>
            <a:off x="387000" y="1070666"/>
            <a:ext cx="8474426" cy="835613"/>
          </a:xfrm>
          <a:prstGeom prst="rect">
            <a:avLst/>
          </a:prstGeom>
        </p:spPr>
        <p:txBody>
          <a:bodyPr wrap="square">
            <a:spAutoFit/>
          </a:bodyPr>
          <a:lstStyle/>
          <a:p>
            <a:pPr>
              <a:lnSpc>
                <a:spcPct val="115000"/>
              </a:lnSpc>
              <a:spcBef>
                <a:spcPts val="0"/>
              </a:spcBef>
              <a:spcAft>
                <a:spcPts val="1000"/>
              </a:spcAft>
            </a:pPr>
            <a:r>
              <a:rPr lang="en-US" sz="1050" dirty="0"/>
              <a:t>This program is capable of reducing the number of S-CONCRETE files by grouping walls that have the same pier labels, lengths, thicknesses, materials and story heights into one S-CONCRETE file. This feature is ON by default for groups of 3 story at a time but can be changed to 1 (means no merging) or being unchecked (max number of walls to be merged). Note: The program does not check if walls are actually stacked up or not. </a:t>
            </a:r>
          </a:p>
        </p:txBody>
      </p:sp>
      <p:sp>
        <p:nvSpPr>
          <p:cNvPr id="7" name="Rectangle 6"/>
          <p:cNvSpPr/>
          <p:nvPr/>
        </p:nvSpPr>
        <p:spPr>
          <a:xfrm>
            <a:off x="387000" y="2616750"/>
            <a:ext cx="1778051" cy="253916"/>
          </a:xfrm>
          <a:prstGeom prst="rect">
            <a:avLst/>
          </a:prstGeom>
        </p:spPr>
        <p:txBody>
          <a:bodyPr wrap="none">
            <a:spAutoFit/>
          </a:bodyPr>
          <a:lstStyle/>
          <a:p>
            <a:pPr marL="0" indent="0">
              <a:buNone/>
            </a:pPr>
            <a:r>
              <a:rPr lang="en-CA" sz="1050" b="1" u="sng" dirty="0"/>
              <a:t>SHEAR MAGNIFICATION</a:t>
            </a:r>
          </a:p>
        </p:txBody>
      </p:sp>
      <p:sp>
        <p:nvSpPr>
          <p:cNvPr id="8" name="Rectangle 7"/>
          <p:cNvSpPr/>
          <p:nvPr/>
        </p:nvSpPr>
        <p:spPr>
          <a:xfrm>
            <a:off x="432000" y="2870666"/>
            <a:ext cx="8474426" cy="649793"/>
          </a:xfrm>
          <a:prstGeom prst="rect">
            <a:avLst/>
          </a:prstGeom>
        </p:spPr>
        <p:txBody>
          <a:bodyPr wrap="square">
            <a:spAutoFit/>
          </a:bodyPr>
          <a:lstStyle/>
          <a:p>
            <a:pPr marL="0" marR="0">
              <a:lnSpc>
                <a:spcPct val="115000"/>
              </a:lnSpc>
              <a:spcBef>
                <a:spcPts val="0"/>
              </a:spcBef>
              <a:spcAft>
                <a:spcPts val="1000"/>
              </a:spcAft>
            </a:pPr>
            <a:r>
              <a:rPr lang="en-US" sz="1050" dirty="0"/>
              <a:t>Unlike our general seismic magnification combos that magnify all components of seismic load cases (P, M and V), this program allows the user to magnify the shear components (V2 and V3) only. For cases where user wants to include “4. ULS.E.MAG-XXX” combos in the export, the user should be careful of not over magnifying these combinations. </a:t>
            </a:r>
          </a:p>
        </p:txBody>
      </p:sp>
      <p:grpSp>
        <p:nvGrpSpPr>
          <p:cNvPr id="9" name="Group 8"/>
          <p:cNvGrpSpPr/>
          <p:nvPr/>
        </p:nvGrpSpPr>
        <p:grpSpPr>
          <a:xfrm>
            <a:off x="55172" y="4571670"/>
            <a:ext cx="1517457" cy="546750"/>
            <a:chOff x="55172" y="4571670"/>
            <a:chExt cx="1517457" cy="546750"/>
          </a:xfrm>
        </p:grpSpPr>
        <p:sp>
          <p:nvSpPr>
            <p:cNvPr id="11" name="Rectangle 10"/>
            <p:cNvSpPr/>
            <p:nvPr/>
          </p:nvSpPr>
          <p:spPr>
            <a:xfrm>
              <a:off x="55172" y="4571670"/>
              <a:ext cx="1517457" cy="54675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2" name="Picture 8" descr="Stephenson Engineer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50" y="4576515"/>
              <a:ext cx="1434240" cy="493379"/>
            </a:xfrm>
            <a:prstGeom prst="rect">
              <a:avLst/>
            </a:prstGeom>
            <a:noFill/>
            <a:extLst>
              <a:ext uri="{909E8E84-426E-40DD-AFC4-6F175D3DCCD1}">
                <a14:hiddenFill xmlns:a14="http://schemas.microsoft.com/office/drawing/2010/main">
                  <a:solidFill>
                    <a:srgbClr val="FFFFFF"/>
                  </a:solidFill>
                </a14:hiddenFill>
              </a:ext>
            </a:extLst>
          </p:spPr>
        </p:pic>
      </p:grpSp>
      <p:pic>
        <p:nvPicPr>
          <p:cNvPr id="3" name="Picture 2"/>
          <p:cNvPicPr>
            <a:picLocks noChangeAspect="1"/>
          </p:cNvPicPr>
          <p:nvPr/>
        </p:nvPicPr>
        <p:blipFill rotWithShape="1">
          <a:blip r:embed="rId4"/>
          <a:srcRect l="4374" r="1"/>
          <a:stretch/>
        </p:blipFill>
        <p:spPr>
          <a:xfrm>
            <a:off x="3267000" y="3635666"/>
            <a:ext cx="1967400" cy="1085850"/>
          </a:xfrm>
          <a:prstGeom prst="rect">
            <a:avLst/>
          </a:prstGeom>
        </p:spPr>
      </p:pic>
      <p:pic>
        <p:nvPicPr>
          <p:cNvPr id="4" name="Picture 3"/>
          <p:cNvPicPr>
            <a:picLocks noChangeAspect="1"/>
          </p:cNvPicPr>
          <p:nvPr/>
        </p:nvPicPr>
        <p:blipFill>
          <a:blip r:embed="rId5"/>
          <a:stretch>
            <a:fillRect/>
          </a:stretch>
        </p:blipFill>
        <p:spPr>
          <a:xfrm>
            <a:off x="3283912" y="1704620"/>
            <a:ext cx="1933575" cy="790575"/>
          </a:xfrm>
          <a:prstGeom prst="rect">
            <a:avLst/>
          </a:prstGeom>
        </p:spPr>
      </p:pic>
      <p:sp>
        <p:nvSpPr>
          <p:cNvPr id="15" name="Rectangle 14"/>
          <p:cNvSpPr/>
          <p:nvPr/>
        </p:nvSpPr>
        <p:spPr>
          <a:xfrm>
            <a:off x="3447000" y="1902363"/>
            <a:ext cx="1665000" cy="23870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340411418"/>
      </p:ext>
    </p:extLst>
  </p:cSld>
  <p:clrMapOvr>
    <a:masterClrMapping/>
  </p:clrMapOvr>
  <mc:AlternateContent xmlns:mc="http://schemas.openxmlformats.org/markup-compatibility/2006" xmlns:p14="http://schemas.microsoft.com/office/powerpoint/2010/main">
    <mc:Choice Requires="p14">
      <p:transition spd="slow" p14:dur="2000" advTm="67633"/>
    </mc:Choice>
    <mc:Fallback xmlns="">
      <p:transition spd="slow" advTm="6763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79512" y="161926"/>
            <a:ext cx="8784976" cy="431800"/>
          </a:xfrm>
          <a:prstGeom prst="rect">
            <a:avLst/>
          </a:prstGeom>
        </p:spPr>
        <p:txBody>
          <a:bodyPr/>
          <a:lstStyle/>
          <a:p>
            <a:r>
              <a:rPr lang="en-US" dirty="0"/>
              <a:t>ETABS 2 S-CONCRETE v1.0</a:t>
            </a:r>
          </a:p>
        </p:txBody>
      </p:sp>
      <p:pic>
        <p:nvPicPr>
          <p:cNvPr id="9" name="Picture 8"/>
          <p:cNvPicPr/>
          <p:nvPr/>
        </p:nvPicPr>
        <p:blipFill>
          <a:blip r:embed="rId3"/>
          <a:stretch>
            <a:fillRect/>
          </a:stretch>
        </p:blipFill>
        <p:spPr>
          <a:xfrm>
            <a:off x="1377000" y="1621943"/>
            <a:ext cx="5943600" cy="1921510"/>
          </a:xfrm>
          <a:prstGeom prst="rect">
            <a:avLst/>
          </a:prstGeom>
        </p:spPr>
      </p:pic>
      <p:sp>
        <p:nvSpPr>
          <p:cNvPr id="2" name="Rectangle 1"/>
          <p:cNvSpPr/>
          <p:nvPr/>
        </p:nvSpPr>
        <p:spPr>
          <a:xfrm>
            <a:off x="342000" y="816750"/>
            <a:ext cx="1359668" cy="253916"/>
          </a:xfrm>
          <a:prstGeom prst="rect">
            <a:avLst/>
          </a:prstGeom>
        </p:spPr>
        <p:txBody>
          <a:bodyPr wrap="none">
            <a:spAutoFit/>
          </a:bodyPr>
          <a:lstStyle/>
          <a:p>
            <a:pPr marL="0" indent="0">
              <a:buNone/>
            </a:pPr>
            <a:r>
              <a:rPr lang="en-CA" sz="1050" b="1" u="sng" dirty="0"/>
              <a:t>REINFORCEMENT</a:t>
            </a:r>
          </a:p>
        </p:txBody>
      </p:sp>
      <p:grpSp>
        <p:nvGrpSpPr>
          <p:cNvPr id="7" name="Group 6"/>
          <p:cNvGrpSpPr/>
          <p:nvPr/>
        </p:nvGrpSpPr>
        <p:grpSpPr>
          <a:xfrm>
            <a:off x="55172" y="4571670"/>
            <a:ext cx="1517457" cy="546750"/>
            <a:chOff x="55172" y="4571670"/>
            <a:chExt cx="1517457" cy="546750"/>
          </a:xfrm>
        </p:grpSpPr>
        <p:sp>
          <p:nvSpPr>
            <p:cNvPr id="8" name="Rectangle 7"/>
            <p:cNvSpPr/>
            <p:nvPr/>
          </p:nvSpPr>
          <p:spPr>
            <a:xfrm>
              <a:off x="55172" y="4571670"/>
              <a:ext cx="1517457" cy="54675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1" name="Picture 8" descr="Stephenson Engineer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50" y="4576515"/>
              <a:ext cx="1434240" cy="49337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41874606"/>
      </p:ext>
    </p:extLst>
  </p:cSld>
  <p:clrMapOvr>
    <a:masterClrMapping/>
  </p:clrMapOvr>
  <mc:AlternateContent xmlns:mc="http://schemas.openxmlformats.org/markup-compatibility/2006" xmlns:p14="http://schemas.microsoft.com/office/powerpoint/2010/main">
    <mc:Choice Requires="p14">
      <p:transition spd="slow" p14:dur="2000" advTm="67633"/>
    </mc:Choice>
    <mc:Fallback xmlns="">
      <p:transition spd="slow" advTm="6763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79512" y="161926"/>
            <a:ext cx="8784976" cy="431800"/>
          </a:xfrm>
          <a:prstGeom prst="rect">
            <a:avLst/>
          </a:prstGeom>
        </p:spPr>
        <p:txBody>
          <a:bodyPr/>
          <a:lstStyle/>
          <a:p>
            <a:r>
              <a:rPr lang="en-US" dirty="0"/>
              <a:t>ETABS 2 S-CONCRETE v1.0</a:t>
            </a:r>
          </a:p>
        </p:txBody>
      </p:sp>
      <p:sp>
        <p:nvSpPr>
          <p:cNvPr id="2" name="Rectangle 1"/>
          <p:cNvSpPr/>
          <p:nvPr/>
        </p:nvSpPr>
        <p:spPr>
          <a:xfrm>
            <a:off x="342000" y="816750"/>
            <a:ext cx="1042273" cy="253916"/>
          </a:xfrm>
          <a:prstGeom prst="rect">
            <a:avLst/>
          </a:prstGeom>
        </p:spPr>
        <p:txBody>
          <a:bodyPr wrap="none">
            <a:spAutoFit/>
          </a:bodyPr>
          <a:lstStyle/>
          <a:p>
            <a:pPr marL="0" indent="0">
              <a:buNone/>
            </a:pPr>
            <a:r>
              <a:rPr lang="en-CA" sz="1050" b="1" u="sng" dirty="0"/>
              <a:t>LIMITATIONS</a:t>
            </a:r>
          </a:p>
        </p:txBody>
      </p:sp>
      <p:sp>
        <p:nvSpPr>
          <p:cNvPr id="18" name="Content Placeholder 2"/>
          <p:cNvSpPr>
            <a:spLocks noGrp="1"/>
          </p:cNvSpPr>
          <p:nvPr>
            <p:ph idx="1"/>
          </p:nvPr>
        </p:nvSpPr>
        <p:spPr>
          <a:xfrm>
            <a:off x="342000" y="1176750"/>
            <a:ext cx="8852882" cy="2565000"/>
          </a:xfrm>
        </p:spPr>
        <p:txBody>
          <a:bodyPr/>
          <a:lstStyle/>
          <a:p>
            <a:pPr lvl="0">
              <a:lnSpc>
                <a:spcPct val="150000"/>
              </a:lnSpc>
            </a:pPr>
            <a:r>
              <a:rPr lang="en-US" sz="1400" dirty="0">
                <a:solidFill>
                  <a:schemeClr val="tx1"/>
                </a:solidFill>
              </a:rPr>
              <a:t>Unbraced length of walls are always set to the story height. If a wall has a higher unbraced length, user should manually adjust the value in the created S-CONCRETE files.</a:t>
            </a:r>
          </a:p>
          <a:p>
            <a:pPr lvl="0">
              <a:lnSpc>
                <a:spcPct val="150000"/>
              </a:lnSpc>
            </a:pPr>
            <a:r>
              <a:rPr lang="en-US" sz="1400" dirty="0">
                <a:solidFill>
                  <a:schemeClr val="tx1"/>
                </a:solidFill>
              </a:rPr>
              <a:t>Only load combinations that are ‘Linear Add’ can be selected. For example, envelope load combinations are not supported.</a:t>
            </a:r>
          </a:p>
          <a:p>
            <a:pPr lvl="0">
              <a:lnSpc>
                <a:spcPct val="150000"/>
              </a:lnSpc>
            </a:pPr>
            <a:r>
              <a:rPr lang="en-US" sz="1400" dirty="0">
                <a:solidFill>
                  <a:schemeClr val="tx1"/>
                </a:solidFill>
              </a:rPr>
              <a:t>Currently, nested combinations are not supported. For example, a load combination cannot include another load combination.</a:t>
            </a:r>
          </a:p>
          <a:p>
            <a:pPr lvl="0">
              <a:lnSpc>
                <a:spcPct val="150000"/>
              </a:lnSpc>
            </a:pPr>
            <a:r>
              <a:rPr lang="en-US" sz="1400" dirty="0">
                <a:solidFill>
                  <a:schemeClr val="tx1"/>
                </a:solidFill>
              </a:rPr>
              <a:t>Only ‘Linear Static’ and ‘Response Spectrum’ cases are supported as load cases inside a combination.</a:t>
            </a:r>
          </a:p>
          <a:p>
            <a:pPr lvl="0">
              <a:lnSpc>
                <a:spcPct val="150000"/>
              </a:lnSpc>
            </a:pPr>
            <a:r>
              <a:rPr lang="en-US" sz="1400" dirty="0">
                <a:solidFill>
                  <a:schemeClr val="tx1"/>
                </a:solidFill>
              </a:rPr>
              <a:t>Multi-step static load patterns are not supported in this version.</a:t>
            </a:r>
          </a:p>
        </p:txBody>
      </p:sp>
      <p:grpSp>
        <p:nvGrpSpPr>
          <p:cNvPr id="19" name="Group 18"/>
          <p:cNvGrpSpPr/>
          <p:nvPr/>
        </p:nvGrpSpPr>
        <p:grpSpPr>
          <a:xfrm>
            <a:off x="55172" y="4571670"/>
            <a:ext cx="1517457" cy="546750"/>
            <a:chOff x="55172" y="4571670"/>
            <a:chExt cx="1517457" cy="546750"/>
          </a:xfrm>
        </p:grpSpPr>
        <p:sp>
          <p:nvSpPr>
            <p:cNvPr id="20" name="Rectangle 19"/>
            <p:cNvSpPr/>
            <p:nvPr/>
          </p:nvSpPr>
          <p:spPr>
            <a:xfrm>
              <a:off x="55172" y="4571670"/>
              <a:ext cx="1517457" cy="54675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21" name="Picture 8" descr="Stephenson Engineer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50" y="4576515"/>
              <a:ext cx="1434240" cy="493379"/>
            </a:xfrm>
            <a:prstGeom prst="rect">
              <a:avLst/>
            </a:prstGeom>
            <a:noFill/>
            <a:extLst>
              <a:ext uri="{909E8E84-426E-40DD-AFC4-6F175D3DCCD1}">
                <a14:hiddenFill xmlns:a14="http://schemas.microsoft.com/office/drawing/2010/main">
                  <a:solidFill>
                    <a:srgbClr val="FFFFFF"/>
                  </a:solidFill>
                </a14:hiddenFill>
              </a:ext>
            </a:extLst>
          </p:spPr>
        </p:pic>
      </p:grpSp>
      <p:pic>
        <p:nvPicPr>
          <p:cNvPr id="3" name="Picture 2"/>
          <p:cNvPicPr>
            <a:picLocks noChangeAspect="1"/>
          </p:cNvPicPr>
          <p:nvPr/>
        </p:nvPicPr>
        <p:blipFill rotWithShape="1">
          <a:blip r:embed="rId4"/>
          <a:srcRect r="26191" b="30258"/>
          <a:stretch/>
        </p:blipFill>
        <p:spPr>
          <a:xfrm>
            <a:off x="5787000" y="3606750"/>
            <a:ext cx="2070000" cy="1268710"/>
          </a:xfrm>
          <a:prstGeom prst="rect">
            <a:avLst/>
          </a:prstGeom>
        </p:spPr>
      </p:pic>
      <p:sp>
        <p:nvSpPr>
          <p:cNvPr id="9" name="Rectangle 8"/>
          <p:cNvSpPr/>
          <p:nvPr/>
        </p:nvSpPr>
        <p:spPr>
          <a:xfrm>
            <a:off x="5905205" y="3847834"/>
            <a:ext cx="1546795" cy="52391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3749045509"/>
      </p:ext>
    </p:extLst>
  </p:cSld>
  <p:clrMapOvr>
    <a:masterClrMapping/>
  </p:clrMapOvr>
  <mc:AlternateContent xmlns:mc="http://schemas.openxmlformats.org/markup-compatibility/2006" xmlns:p14="http://schemas.microsoft.com/office/powerpoint/2010/main">
    <mc:Choice Requires="p14">
      <p:transition spd="slow" p14:dur="2000" advTm="67633"/>
    </mc:Choice>
    <mc:Fallback xmlns="">
      <p:transition spd="slow" advTm="6763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1962000" y="1146814"/>
            <a:ext cx="4905000" cy="3424856"/>
          </a:xfrm>
          <a:prstGeom prst="rect">
            <a:avLst/>
          </a:prstGeom>
        </p:spPr>
      </p:pic>
      <p:sp>
        <p:nvSpPr>
          <p:cNvPr id="6" name="Title 1"/>
          <p:cNvSpPr>
            <a:spLocks noGrp="1"/>
          </p:cNvSpPr>
          <p:nvPr>
            <p:ph type="title"/>
          </p:nvPr>
        </p:nvSpPr>
        <p:spPr>
          <a:xfrm>
            <a:off x="179512" y="161926"/>
            <a:ext cx="8784976" cy="431800"/>
          </a:xfrm>
          <a:prstGeom prst="rect">
            <a:avLst/>
          </a:prstGeom>
        </p:spPr>
        <p:txBody>
          <a:bodyPr/>
          <a:lstStyle/>
          <a:p>
            <a:r>
              <a:rPr lang="en-US" dirty="0"/>
              <a:t>ETABS 2 S-CONCRETE v1.0</a:t>
            </a:r>
          </a:p>
        </p:txBody>
      </p:sp>
      <p:sp>
        <p:nvSpPr>
          <p:cNvPr id="2" name="Rectangle 1"/>
          <p:cNvSpPr/>
          <p:nvPr/>
        </p:nvSpPr>
        <p:spPr>
          <a:xfrm>
            <a:off x="342000" y="816750"/>
            <a:ext cx="1042273" cy="253916"/>
          </a:xfrm>
          <a:prstGeom prst="rect">
            <a:avLst/>
          </a:prstGeom>
        </p:spPr>
        <p:txBody>
          <a:bodyPr wrap="none">
            <a:spAutoFit/>
          </a:bodyPr>
          <a:lstStyle/>
          <a:p>
            <a:pPr marL="0" indent="0">
              <a:buNone/>
            </a:pPr>
            <a:r>
              <a:rPr lang="en-CA" sz="1050" b="1" u="sng" dirty="0"/>
              <a:t>LIMITATIONS</a:t>
            </a:r>
          </a:p>
        </p:txBody>
      </p:sp>
      <p:grpSp>
        <p:nvGrpSpPr>
          <p:cNvPr id="19" name="Group 18"/>
          <p:cNvGrpSpPr/>
          <p:nvPr/>
        </p:nvGrpSpPr>
        <p:grpSpPr>
          <a:xfrm>
            <a:off x="55172" y="4571670"/>
            <a:ext cx="1517457" cy="546750"/>
            <a:chOff x="55172" y="4571670"/>
            <a:chExt cx="1517457" cy="546750"/>
          </a:xfrm>
        </p:grpSpPr>
        <p:sp>
          <p:nvSpPr>
            <p:cNvPr id="20" name="Rectangle 19"/>
            <p:cNvSpPr/>
            <p:nvPr/>
          </p:nvSpPr>
          <p:spPr>
            <a:xfrm>
              <a:off x="55172" y="4571670"/>
              <a:ext cx="1517457" cy="54675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21" name="Picture 8" descr="Stephenson Engineer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50" y="4576515"/>
              <a:ext cx="1434240" cy="493379"/>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Rectangle 9"/>
          <p:cNvSpPr/>
          <p:nvPr/>
        </p:nvSpPr>
        <p:spPr>
          <a:xfrm>
            <a:off x="5517000" y="1626750"/>
            <a:ext cx="1170000" cy="8100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3711085508"/>
      </p:ext>
    </p:extLst>
  </p:cSld>
  <p:clrMapOvr>
    <a:masterClrMapping/>
  </p:clrMapOvr>
  <mc:AlternateContent xmlns:mc="http://schemas.openxmlformats.org/markup-compatibility/2006" xmlns:p14="http://schemas.microsoft.com/office/powerpoint/2010/main">
    <mc:Choice Requires="p14">
      <p:transition spd="slow" p14:dur="2000" advTm="67633"/>
    </mc:Choice>
    <mc:Fallback xmlns="">
      <p:transition spd="slow" advTm="6763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34787" y="1084598"/>
            <a:ext cx="8474426" cy="3647152"/>
          </a:xfrm>
          <a:prstGeom prst="rect">
            <a:avLst/>
          </a:prstGeom>
        </p:spPr>
        <p:txBody>
          <a:bodyPr wrap="square">
            <a:spAutoFit/>
          </a:bodyPr>
          <a:lstStyle/>
          <a:p>
            <a:pPr marL="285750" indent="-285750">
              <a:lnSpc>
                <a:spcPct val="150000"/>
              </a:lnSpc>
              <a:buFont typeface="Arial" panose="020B0604020202020204" pitchFamily="34" charset="0"/>
              <a:buChar char="•"/>
            </a:pPr>
            <a:r>
              <a:rPr lang="en-US" sz="1400" dirty="0">
                <a:latin typeface="Trebuchet MS" panose="020B0603020202020204" pitchFamily="34" charset="0"/>
                <a:ea typeface="ＭＳ Ｐゴシック" charset="-128"/>
                <a:cs typeface="ＭＳ Ｐゴシック" charset="-128"/>
              </a:rPr>
              <a:t>Support for ETABS v19</a:t>
            </a:r>
          </a:p>
          <a:p>
            <a:pPr marL="285750" indent="-285750">
              <a:lnSpc>
                <a:spcPct val="150000"/>
              </a:lnSpc>
              <a:buFont typeface="Arial" panose="020B0604020202020204" pitchFamily="34" charset="0"/>
              <a:buChar char="•"/>
            </a:pPr>
            <a:r>
              <a:rPr lang="en-US" sz="1400" dirty="0">
                <a:latin typeface="Trebuchet MS" panose="020B0603020202020204" pitchFamily="34" charset="0"/>
                <a:ea typeface="ＭＳ Ｐゴシック" charset="-128"/>
                <a:cs typeface="ＭＳ Ｐゴシック" charset="-128"/>
              </a:rPr>
              <a:t>Support for Imperial units, rebar size, and minimum rebar.</a:t>
            </a:r>
          </a:p>
          <a:p>
            <a:pPr marL="285750" indent="-285750">
              <a:lnSpc>
                <a:spcPct val="150000"/>
              </a:lnSpc>
              <a:buFont typeface="Arial" panose="020B0604020202020204" pitchFamily="34" charset="0"/>
              <a:buChar char="•"/>
            </a:pPr>
            <a:r>
              <a:rPr lang="en-US" sz="1400" dirty="0">
                <a:latin typeface="Trebuchet MS" panose="020B0603020202020204" pitchFamily="34" charset="0"/>
                <a:ea typeface="ＭＳ Ｐゴシック" charset="-128"/>
                <a:cs typeface="ＭＳ Ｐゴシック" charset="-128"/>
              </a:rPr>
              <a:t>Customizable end zone rebar.</a:t>
            </a:r>
            <a:r>
              <a:rPr lang="en-US" sz="1400" dirty="0"/>
              <a:t> </a:t>
            </a:r>
            <a:r>
              <a:rPr lang="en-US" sz="1400" dirty="0">
                <a:latin typeface="Trebuchet MS" panose="020B0603020202020204" pitchFamily="34" charset="0"/>
                <a:ea typeface="ＭＳ Ｐゴシック" charset="-128"/>
                <a:cs typeface="ＭＳ Ｐゴシック" charset="-128"/>
              </a:rPr>
              <a:t>Currently, it provides 4-15M bars by default.</a:t>
            </a:r>
          </a:p>
          <a:p>
            <a:pPr marL="285750" indent="-285750">
              <a:lnSpc>
                <a:spcPct val="150000"/>
              </a:lnSpc>
              <a:buFont typeface="Arial" panose="020B0604020202020204" pitchFamily="34" charset="0"/>
              <a:buChar char="•"/>
            </a:pPr>
            <a:r>
              <a:rPr lang="en-US" sz="1400" dirty="0">
                <a:latin typeface="Trebuchet MS" panose="020B0603020202020204" pitchFamily="34" charset="0"/>
                <a:ea typeface="ＭＳ Ｐゴシック" charset="-128"/>
                <a:cs typeface="ＭＳ Ｐゴシック" charset="-128"/>
              </a:rPr>
              <a:t>Multiple Tower Options</a:t>
            </a:r>
          </a:p>
          <a:p>
            <a:pPr marL="285750" lvl="0" indent="-285750">
              <a:lnSpc>
                <a:spcPct val="150000"/>
              </a:lnSpc>
              <a:buFont typeface="Arial" panose="020B0604020202020204" pitchFamily="34" charset="0"/>
              <a:buChar char="•"/>
            </a:pPr>
            <a:r>
              <a:rPr lang="en-US" sz="1400" dirty="0">
                <a:latin typeface="Trebuchet MS" panose="020B0603020202020204" pitchFamily="34" charset="0"/>
                <a:ea typeface="ＭＳ Ｐゴシック" charset="-128"/>
                <a:cs typeface="ＭＳ Ｐゴシック" charset="-128"/>
              </a:rPr>
              <a:t>Selectable Story Range</a:t>
            </a:r>
          </a:p>
          <a:p>
            <a:pPr marL="285750" indent="-285750">
              <a:lnSpc>
                <a:spcPct val="150000"/>
              </a:lnSpc>
              <a:buFont typeface="Arial" panose="020B0604020202020204" pitchFamily="34" charset="0"/>
              <a:buChar char="•"/>
            </a:pPr>
            <a:r>
              <a:rPr lang="en-US" sz="1400" dirty="0">
                <a:latin typeface="Trebuchet MS" panose="020B0603020202020204" pitchFamily="34" charset="0"/>
                <a:ea typeface="ＭＳ Ｐゴシック" charset="-128"/>
                <a:cs typeface="ＭＳ Ｐゴシック" charset="-128"/>
              </a:rPr>
              <a:t>If the minimum rebar seems insufficient, the program can increase (estimated) the rebar in the created S-CONCRETE files and provide a list of those walls to the user.</a:t>
            </a:r>
          </a:p>
          <a:p>
            <a:pPr marL="285750" indent="-285750">
              <a:lnSpc>
                <a:spcPct val="150000"/>
              </a:lnSpc>
              <a:buFont typeface="Arial" panose="020B0604020202020204" pitchFamily="34" charset="0"/>
              <a:buChar char="•"/>
            </a:pPr>
            <a:r>
              <a:rPr lang="en-US" sz="1400" dirty="0">
                <a:solidFill>
                  <a:srgbClr val="FF0000"/>
                </a:solidFill>
                <a:latin typeface="Trebuchet MS" panose="020B0603020202020204" pitchFamily="34" charset="0"/>
                <a:ea typeface="ＭＳ Ｐゴシック" charset="-128"/>
                <a:cs typeface="ＭＳ Ｐゴシック" charset="-128"/>
              </a:rPr>
              <a:t>Export of ETABS columns to S-CONCRETE</a:t>
            </a:r>
          </a:p>
          <a:p>
            <a:pPr marL="285750" lvl="0" indent="-285750">
              <a:lnSpc>
                <a:spcPct val="150000"/>
              </a:lnSpc>
              <a:buFont typeface="Arial" panose="020B0604020202020204" pitchFamily="34" charset="0"/>
              <a:buChar char="•"/>
            </a:pPr>
            <a:endParaRPr lang="en-US" sz="1400" dirty="0">
              <a:latin typeface="Trebuchet MS" panose="020B0603020202020204" pitchFamily="34" charset="0"/>
              <a:ea typeface="ＭＳ Ｐゴシック" charset="-128"/>
              <a:cs typeface="ＭＳ Ｐゴシック" charset="-128"/>
            </a:endParaRPr>
          </a:p>
          <a:p>
            <a:pPr marL="285750" lvl="0" indent="-285750">
              <a:lnSpc>
                <a:spcPct val="150000"/>
              </a:lnSpc>
              <a:buFont typeface="Arial" panose="020B0604020202020204" pitchFamily="34" charset="0"/>
              <a:buChar char="•"/>
            </a:pPr>
            <a:r>
              <a:rPr lang="en-US" sz="1400" dirty="0">
                <a:latin typeface="Trebuchet MS" panose="020B0603020202020204" pitchFamily="34" charset="0"/>
                <a:ea typeface="ＭＳ Ｐゴシック" charset="-128"/>
                <a:cs typeface="ＭＳ Ｐゴシック" charset="-128"/>
              </a:rPr>
              <a:t>Any Suggestions or feedbacks?</a:t>
            </a:r>
          </a:p>
          <a:p>
            <a:pPr lvl="0">
              <a:lnSpc>
                <a:spcPct val="150000"/>
              </a:lnSpc>
            </a:pPr>
            <a:endParaRPr lang="en-US" sz="1400" dirty="0">
              <a:latin typeface="Trebuchet MS" panose="020B0603020202020204" pitchFamily="34" charset="0"/>
              <a:ea typeface="ＭＳ Ｐゴシック" charset="-128"/>
              <a:cs typeface="ＭＳ Ｐゴシック" charset="-128"/>
            </a:endParaRPr>
          </a:p>
        </p:txBody>
      </p:sp>
      <p:sp>
        <p:nvSpPr>
          <p:cNvPr id="6" name="Title 1"/>
          <p:cNvSpPr>
            <a:spLocks noGrp="1"/>
          </p:cNvSpPr>
          <p:nvPr>
            <p:ph type="title"/>
          </p:nvPr>
        </p:nvSpPr>
        <p:spPr>
          <a:xfrm>
            <a:off x="179512" y="161926"/>
            <a:ext cx="8784976" cy="431800"/>
          </a:xfrm>
          <a:prstGeom prst="rect">
            <a:avLst/>
          </a:prstGeom>
        </p:spPr>
        <p:txBody>
          <a:bodyPr/>
          <a:lstStyle/>
          <a:p>
            <a:r>
              <a:rPr lang="en-US" dirty="0"/>
              <a:t>ETABS 2 S-CONCRETE v1.0</a:t>
            </a:r>
          </a:p>
        </p:txBody>
      </p:sp>
      <p:sp>
        <p:nvSpPr>
          <p:cNvPr id="7" name="Rectangle 6"/>
          <p:cNvSpPr/>
          <p:nvPr/>
        </p:nvSpPr>
        <p:spPr>
          <a:xfrm>
            <a:off x="290472" y="841288"/>
            <a:ext cx="1859805" cy="253916"/>
          </a:xfrm>
          <a:prstGeom prst="rect">
            <a:avLst/>
          </a:prstGeom>
        </p:spPr>
        <p:txBody>
          <a:bodyPr wrap="none">
            <a:spAutoFit/>
          </a:bodyPr>
          <a:lstStyle/>
          <a:p>
            <a:pPr marL="0" indent="0">
              <a:buNone/>
            </a:pPr>
            <a:r>
              <a:rPr lang="en-CA" sz="1050" b="1" u="sng" dirty="0"/>
              <a:t>FUTURE IMPROVEMENTS</a:t>
            </a:r>
          </a:p>
        </p:txBody>
      </p:sp>
      <p:grpSp>
        <p:nvGrpSpPr>
          <p:cNvPr id="10" name="Group 9"/>
          <p:cNvGrpSpPr/>
          <p:nvPr/>
        </p:nvGrpSpPr>
        <p:grpSpPr>
          <a:xfrm>
            <a:off x="55172" y="4571670"/>
            <a:ext cx="1517457" cy="546750"/>
            <a:chOff x="55172" y="4571670"/>
            <a:chExt cx="1517457" cy="546750"/>
          </a:xfrm>
        </p:grpSpPr>
        <p:sp>
          <p:nvSpPr>
            <p:cNvPr id="11" name="Rectangle 10"/>
            <p:cNvSpPr/>
            <p:nvPr/>
          </p:nvSpPr>
          <p:spPr>
            <a:xfrm>
              <a:off x="55172" y="4571670"/>
              <a:ext cx="1517457" cy="546750"/>
            </a:xfrm>
            <a:prstGeom prst="rect">
              <a:avLst/>
            </a:prstGeom>
            <a:solidFill>
              <a:schemeClr val="bg1"/>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2" name="Picture 8" descr="Stephenson Engineer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50" y="4576515"/>
              <a:ext cx="1434240" cy="49337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54493671"/>
      </p:ext>
    </p:extLst>
  </p:cSld>
  <p:clrMapOvr>
    <a:masterClrMapping/>
  </p:clrMapOvr>
  <mc:AlternateContent xmlns:mc="http://schemas.openxmlformats.org/markup-compatibility/2006" xmlns:p14="http://schemas.microsoft.com/office/powerpoint/2010/main">
    <mc:Choice Requires="p14">
      <p:transition spd="slow" p14:dur="2000" advTm="67633"/>
    </mc:Choice>
    <mc:Fallback xmlns="">
      <p:transition spd="slow" advTm="67633"/>
    </mc:Fallback>
  </mc:AlternateContent>
</p:sld>
</file>

<file path=ppt/theme/theme1.xml><?xml version="1.0" encoding="utf-8"?>
<a:theme xmlns:a="http://schemas.openxmlformats.org/drawingml/2006/main" name="1_Office Theme">
  <a:themeElements>
    <a:clrScheme name="Custom 1">
      <a:dk1>
        <a:sysClr val="windowText" lastClr="000000"/>
      </a:dk1>
      <a:lt1>
        <a:sysClr val="window" lastClr="FFFFFF"/>
      </a:lt1>
      <a:dk2>
        <a:srgbClr val="1F497D"/>
      </a:dk2>
      <a:lt2>
        <a:srgbClr val="EEECE1"/>
      </a:lt2>
      <a:accent1>
        <a:srgbClr val="E31B23"/>
      </a:accent1>
      <a:accent2>
        <a:srgbClr val="5F6062"/>
      </a:accent2>
      <a:accent3>
        <a:srgbClr val="94ACAC"/>
      </a:accent3>
      <a:accent4>
        <a:srgbClr val="83CCC6"/>
      </a:accent4>
      <a:accent5>
        <a:srgbClr val="E31B23"/>
      </a:accent5>
      <a:accent6>
        <a:srgbClr val="E31B23"/>
      </a:accent6>
      <a:hlink>
        <a:srgbClr val="E31B23"/>
      </a:hlink>
      <a:folHlink>
        <a:srgbClr val="E31B2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TM03090430[[fn=Banded]]</Template>
  <TotalTime>7954</TotalTime>
  <Words>744</Words>
  <Application>Microsoft Office PowerPoint</Application>
  <PresentationFormat>On-screen Show (16:9)</PresentationFormat>
  <Paragraphs>76</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Trebuchet MS</vt:lpstr>
      <vt:lpstr>Webdings</vt:lpstr>
      <vt:lpstr>1_Office Theme</vt:lpstr>
      <vt:lpstr>ETABSPY V1.0</vt:lpstr>
      <vt:lpstr>ETABS 2 S-CONCRETE v1.0</vt:lpstr>
      <vt:lpstr>ETABS 2 S-CONCRETE v1.0</vt:lpstr>
      <vt:lpstr>ETABS 2 S-CONCRETE v1.0</vt:lpstr>
      <vt:lpstr>ETABS 2 S-CONCRETE v1.0</vt:lpstr>
      <vt:lpstr>ETABS 2 S-CONCRETE v1.0</vt:lpstr>
      <vt:lpstr>ETABS 2 S-CONCRETE v1.0</vt:lpstr>
      <vt:lpstr>ETABS 2 S-CONCRETE v1.0</vt:lpstr>
      <vt:lpstr>ETABS 2 S-CONCRETE v1.0</vt:lpstr>
      <vt:lpstr>ETABS 2 S-CONCRETE v1.0</vt:lpstr>
      <vt:lpstr>ETABS 2 S-CONCRETE v1.0</vt:lpstr>
      <vt:lpstr>ETABS 2 S-CONCRETE v1.0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Siavash Habibi</dc:creator>
  <cp:lastModifiedBy>Siavash Habibi</cp:lastModifiedBy>
  <cp:revision>620</cp:revision>
  <dcterms:created xsi:type="dcterms:W3CDTF">2011-10-21T18:21:31Z</dcterms:created>
  <dcterms:modified xsi:type="dcterms:W3CDTF">2025-08-27T12:52:18Z</dcterms:modified>
</cp:coreProperties>
</file>